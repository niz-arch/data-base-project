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C376C22-8FD0-4BCC-BB78-2B08906C591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16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74BE039-A037-4417-BD5B-F0B06012C2B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Base Project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4000" y="1326240"/>
            <a:ext cx="907128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Lab: 1</a:t>
            </a:r>
            <a:br>
              <a:rPr sz="3200"/>
            </a:b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By:</a:t>
            </a:r>
            <a:br>
              <a:rPr sz="3200"/>
            </a:b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Nizar El Hazziti</a:t>
            </a:r>
            <a:br>
              <a:rPr sz="3200"/>
            </a:b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Mohammed Jibari</a:t>
            </a:r>
            <a:br>
              <a:rPr sz="3200"/>
            </a:b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Riyad Habibi</a:t>
            </a:r>
            <a:br>
              <a:rPr sz="3200"/>
            </a:b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Chaimae Iaa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4343400" y="6858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4343400" y="1371600"/>
            <a:ext cx="685440" cy="228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" name=""/>
          <p:cNvCxnSpPr>
            <a:stCxn id="14" idx="2"/>
            <a:endCxn id="15" idx="0"/>
          </p:cNvCxnSpPr>
          <p:nvPr/>
        </p:nvCxnSpPr>
        <p:spPr>
          <a:xfrm>
            <a:off x="4686120" y="914040"/>
            <a:ext cx="36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7" name=""/>
          <p:cNvSpPr/>
          <p:nvPr/>
        </p:nvSpPr>
        <p:spPr>
          <a:xfrm>
            <a:off x="3429000" y="20574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Student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" name=""/>
          <p:cNvCxnSpPr>
            <a:stCxn id="17" idx="0"/>
            <a:endCxn id="15" idx="2"/>
          </p:cNvCxnSpPr>
          <p:nvPr/>
        </p:nvCxnSpPr>
        <p:spPr>
          <a:xfrm flipV="1">
            <a:off x="3771720" y="1599840"/>
            <a:ext cx="57204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9" name=""/>
          <p:cNvSpPr/>
          <p:nvPr/>
        </p:nvSpPr>
        <p:spPr>
          <a:xfrm>
            <a:off x="5029200" y="20574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" name=""/>
          <p:cNvCxnSpPr>
            <a:stCxn id="19" idx="0"/>
            <a:endCxn id="15" idx="4"/>
          </p:cNvCxnSpPr>
          <p:nvPr/>
        </p:nvCxnSpPr>
        <p:spPr>
          <a:xfrm flipH="1" flipV="1">
            <a:off x="5028840" y="1599840"/>
            <a:ext cx="34344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1" name=""/>
          <p:cNvSpPr/>
          <p:nvPr/>
        </p:nvSpPr>
        <p:spPr>
          <a:xfrm>
            <a:off x="2286000" y="2743200"/>
            <a:ext cx="137124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Supervised_By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5257800" y="2743200"/>
            <a:ext cx="685440" cy="228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" name=""/>
          <p:cNvCxnSpPr>
            <a:stCxn id="19" idx="2"/>
            <a:endCxn id="22" idx="0"/>
          </p:cNvCxnSpPr>
          <p:nvPr/>
        </p:nvCxnSpPr>
        <p:spPr>
          <a:xfrm>
            <a:off x="5371920" y="2285640"/>
            <a:ext cx="22896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4" name=""/>
          <p:cNvSpPr/>
          <p:nvPr/>
        </p:nvSpPr>
        <p:spPr>
          <a:xfrm>
            <a:off x="4572000" y="34290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" name=""/>
          <p:cNvCxnSpPr>
            <a:stCxn id="24" idx="0"/>
            <a:endCxn id="22" idx="2"/>
          </p:cNvCxnSpPr>
          <p:nvPr/>
        </p:nvCxnSpPr>
        <p:spPr>
          <a:xfrm flipV="1">
            <a:off x="5029200" y="2971440"/>
            <a:ext cx="22896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6" name=""/>
          <p:cNvSpPr/>
          <p:nvPr/>
        </p:nvSpPr>
        <p:spPr>
          <a:xfrm>
            <a:off x="5715000" y="3429000"/>
            <a:ext cx="11426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Non Acatdemic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" name=""/>
          <p:cNvCxnSpPr>
            <a:stCxn id="26" idx="0"/>
            <a:endCxn id="22" idx="4"/>
          </p:cNvCxnSpPr>
          <p:nvPr/>
        </p:nvCxnSpPr>
        <p:spPr>
          <a:xfrm flipH="1" flipV="1">
            <a:off x="5943240" y="2971440"/>
            <a:ext cx="34344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28" name=""/>
          <p:cNvCxnSpPr>
            <a:stCxn id="21" idx="0"/>
            <a:endCxn id="17" idx="2"/>
          </p:cNvCxnSpPr>
          <p:nvPr/>
        </p:nvCxnSpPr>
        <p:spPr>
          <a:xfrm flipV="1">
            <a:off x="2971800" y="2285640"/>
            <a:ext cx="800280" cy="4579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29" name=""/>
          <p:cNvCxnSpPr>
            <a:stCxn id="21" idx="2"/>
            <a:endCxn id="24" idx="1"/>
          </p:cNvCxnSpPr>
          <p:nvPr/>
        </p:nvCxnSpPr>
        <p:spPr>
          <a:xfrm>
            <a:off x="2971800" y="3200040"/>
            <a:ext cx="1600560" cy="3434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30" name=""/>
          <p:cNvSpPr/>
          <p:nvPr/>
        </p:nvSpPr>
        <p:spPr>
          <a:xfrm>
            <a:off x="6400800" y="2286000"/>
            <a:ext cx="1142280" cy="4572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Reports_To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" name=""/>
          <p:cNvCxnSpPr>
            <a:stCxn id="19" idx="3"/>
            <a:endCxn id="30" idx="1"/>
          </p:cNvCxnSpPr>
          <p:nvPr/>
        </p:nvCxnSpPr>
        <p:spPr>
          <a:xfrm>
            <a:off x="5714640" y="2171520"/>
            <a:ext cx="686520" cy="34344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32" name=""/>
          <p:cNvCxnSpPr>
            <a:stCxn id="30" idx="2"/>
            <a:endCxn id="30" idx="3"/>
          </p:cNvCxnSpPr>
          <p:nvPr/>
        </p:nvCxnSpPr>
        <p:spPr>
          <a:xfrm flipH="1" flipV="1" rot="5400000">
            <a:off x="7143120" y="2343240"/>
            <a:ext cx="228960" cy="571320"/>
          </a:xfrm>
          <a:prstGeom prst="curvedConnector4">
            <a:avLst>
              <a:gd name="adj1" fmla="val -97007"/>
              <a:gd name="adj2" fmla="val 136759"/>
            </a:avLst>
          </a:prstGeom>
          <a:ln w="3816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>
            <a:off x="3429000" y="4572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2763000" y="1143000"/>
            <a:ext cx="685440" cy="228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" name=""/>
          <p:cNvCxnSpPr>
            <a:stCxn id="33" idx="2"/>
            <a:endCxn id="34" idx="0"/>
          </p:cNvCxnSpPr>
          <p:nvPr/>
        </p:nvCxnSpPr>
        <p:spPr>
          <a:xfrm flipH="1">
            <a:off x="3105720" y="685440"/>
            <a:ext cx="66636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6" name=""/>
          <p:cNvSpPr/>
          <p:nvPr/>
        </p:nvSpPr>
        <p:spPr>
          <a:xfrm>
            <a:off x="1848600" y="18288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Student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" name=""/>
          <p:cNvCxnSpPr>
            <a:stCxn id="36" idx="0"/>
            <a:endCxn id="34" idx="2"/>
          </p:cNvCxnSpPr>
          <p:nvPr/>
        </p:nvCxnSpPr>
        <p:spPr>
          <a:xfrm flipV="1">
            <a:off x="2191320" y="1371240"/>
            <a:ext cx="57204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8" name=""/>
          <p:cNvSpPr/>
          <p:nvPr/>
        </p:nvSpPr>
        <p:spPr>
          <a:xfrm>
            <a:off x="3448800" y="18288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" name=""/>
          <p:cNvCxnSpPr>
            <a:stCxn id="38" idx="0"/>
            <a:endCxn id="34" idx="4"/>
          </p:cNvCxnSpPr>
          <p:nvPr/>
        </p:nvCxnSpPr>
        <p:spPr>
          <a:xfrm flipH="1" flipV="1">
            <a:off x="3448440" y="1371240"/>
            <a:ext cx="34344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0" name=""/>
          <p:cNvSpPr/>
          <p:nvPr/>
        </p:nvSpPr>
        <p:spPr>
          <a:xfrm>
            <a:off x="457200" y="2514600"/>
            <a:ext cx="137124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Supervised_By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3677400" y="2514600"/>
            <a:ext cx="685440" cy="228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" name=""/>
          <p:cNvCxnSpPr>
            <a:stCxn id="38" idx="2"/>
            <a:endCxn id="41" idx="0"/>
          </p:cNvCxnSpPr>
          <p:nvPr/>
        </p:nvCxnSpPr>
        <p:spPr>
          <a:xfrm>
            <a:off x="3791520" y="2057040"/>
            <a:ext cx="22896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3" name=""/>
          <p:cNvSpPr/>
          <p:nvPr/>
        </p:nvSpPr>
        <p:spPr>
          <a:xfrm>
            <a:off x="2991600" y="32004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" name=""/>
          <p:cNvCxnSpPr>
            <a:stCxn id="43" idx="0"/>
            <a:endCxn id="41" idx="2"/>
          </p:cNvCxnSpPr>
          <p:nvPr/>
        </p:nvCxnSpPr>
        <p:spPr>
          <a:xfrm flipV="1">
            <a:off x="3448800" y="2742840"/>
            <a:ext cx="22896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5" name=""/>
          <p:cNvSpPr/>
          <p:nvPr/>
        </p:nvSpPr>
        <p:spPr>
          <a:xfrm>
            <a:off x="4134600" y="3200400"/>
            <a:ext cx="11426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Non Acatdemic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6" name=""/>
          <p:cNvCxnSpPr>
            <a:stCxn id="45" idx="0"/>
            <a:endCxn id="41" idx="4"/>
          </p:cNvCxnSpPr>
          <p:nvPr/>
        </p:nvCxnSpPr>
        <p:spPr>
          <a:xfrm flipH="1" flipV="1">
            <a:off x="4362840" y="2742840"/>
            <a:ext cx="34344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47" name=""/>
          <p:cNvCxnSpPr>
            <a:stCxn id="40" idx="0"/>
            <a:endCxn id="36" idx="2"/>
          </p:cNvCxnSpPr>
          <p:nvPr/>
        </p:nvCxnSpPr>
        <p:spPr>
          <a:xfrm flipV="1">
            <a:off x="1143000" y="2057040"/>
            <a:ext cx="1048680" cy="4579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48" name=""/>
          <p:cNvCxnSpPr>
            <a:stCxn id="40" idx="2"/>
            <a:endCxn id="43" idx="1"/>
          </p:cNvCxnSpPr>
          <p:nvPr/>
        </p:nvCxnSpPr>
        <p:spPr>
          <a:xfrm>
            <a:off x="1143000" y="2971440"/>
            <a:ext cx="1848960" cy="3434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49" name=""/>
          <p:cNvSpPr/>
          <p:nvPr/>
        </p:nvSpPr>
        <p:spPr>
          <a:xfrm>
            <a:off x="4820400" y="2057400"/>
            <a:ext cx="1142280" cy="4572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Reports_T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0" name=""/>
          <p:cNvCxnSpPr>
            <a:stCxn id="38" idx="3"/>
            <a:endCxn id="49" idx="1"/>
          </p:cNvCxnSpPr>
          <p:nvPr/>
        </p:nvCxnSpPr>
        <p:spPr>
          <a:xfrm>
            <a:off x="4134240" y="1942920"/>
            <a:ext cx="686520" cy="34344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51" name=""/>
          <p:cNvCxnSpPr>
            <a:stCxn id="49" idx="2"/>
            <a:endCxn id="49" idx="3"/>
          </p:cNvCxnSpPr>
          <p:nvPr/>
        </p:nvCxnSpPr>
        <p:spPr>
          <a:xfrm flipH="1" flipV="1" rot="5400000">
            <a:off x="5562720" y="2114640"/>
            <a:ext cx="228960" cy="571320"/>
          </a:xfrm>
          <a:prstGeom prst="curvedConnector4">
            <a:avLst>
              <a:gd name="adj1" fmla="val -97007"/>
              <a:gd name="adj2" fmla="val 136696"/>
            </a:avLst>
          </a:prstGeom>
          <a:ln w="3816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52" name=""/>
          <p:cNvSpPr/>
          <p:nvPr/>
        </p:nvSpPr>
        <p:spPr>
          <a:xfrm>
            <a:off x="457200" y="4354560"/>
            <a:ext cx="809640" cy="21708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3520" tIns="38520" rIns="83520" bIns="38520" anchor="ctr" anchorCtr="1">
            <a:no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Laboratory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3" name=""/>
          <p:cNvCxnSpPr>
            <a:stCxn id="52" idx="0"/>
            <a:endCxn id="40" idx="2"/>
          </p:cNvCxnSpPr>
          <p:nvPr/>
        </p:nvCxnSpPr>
        <p:spPr>
          <a:xfrm flipV="1">
            <a:off x="862200" y="2971440"/>
            <a:ext cx="281160" cy="13834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54" name=""/>
          <p:cNvSpPr/>
          <p:nvPr/>
        </p:nvSpPr>
        <p:spPr>
          <a:xfrm>
            <a:off x="1371600" y="3429000"/>
            <a:ext cx="137124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Attached_to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5" name=""/>
          <p:cNvCxnSpPr>
            <a:stCxn id="52" idx="0"/>
            <a:endCxn id="54" idx="2"/>
          </p:cNvCxnSpPr>
          <p:nvPr/>
        </p:nvCxnSpPr>
        <p:spPr>
          <a:xfrm flipV="1">
            <a:off x="862200" y="3885840"/>
            <a:ext cx="1195560" cy="4690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56" name=""/>
          <p:cNvCxnSpPr>
            <a:stCxn id="33" idx="2"/>
            <a:endCxn id="54" idx="0"/>
          </p:cNvCxnSpPr>
          <p:nvPr/>
        </p:nvCxnSpPr>
        <p:spPr>
          <a:xfrm rot="5400000">
            <a:off x="1542600" y="1199880"/>
            <a:ext cx="2743920" cy="1714680"/>
          </a:xfrm>
          <a:prstGeom prst="curvedConnector3">
            <a:avLst>
              <a:gd name="adj1" fmla="val 25009"/>
            </a:avLst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57" name=""/>
          <p:cNvSpPr/>
          <p:nvPr/>
        </p:nvSpPr>
        <p:spPr>
          <a:xfrm>
            <a:off x="1828800" y="4354560"/>
            <a:ext cx="9140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8" name=""/>
          <p:cNvCxnSpPr>
            <a:stCxn id="52" idx="3"/>
            <a:endCxn id="57" idx="1"/>
          </p:cNvCxnSpPr>
          <p:nvPr/>
        </p:nvCxnSpPr>
        <p:spPr>
          <a:xfrm>
            <a:off x="1266840" y="4463280"/>
            <a:ext cx="562320" cy="11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59" name=""/>
          <p:cNvSpPr/>
          <p:nvPr/>
        </p:nvSpPr>
        <p:spPr>
          <a:xfrm>
            <a:off x="3429000" y="446868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Equipement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0" name=""/>
          <p:cNvCxnSpPr>
            <a:stCxn id="57" idx="3"/>
            <a:endCxn id="59" idx="1"/>
          </p:cNvCxnSpPr>
          <p:nvPr/>
        </p:nvCxnSpPr>
        <p:spPr>
          <a:xfrm>
            <a:off x="2742840" y="4474440"/>
            <a:ext cx="686520" cy="1087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3429000" y="4572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2763000" y="1143000"/>
            <a:ext cx="685440" cy="228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" name=""/>
          <p:cNvCxnSpPr>
            <a:stCxn id="61" idx="2"/>
            <a:endCxn id="62" idx="0"/>
          </p:cNvCxnSpPr>
          <p:nvPr/>
        </p:nvCxnSpPr>
        <p:spPr>
          <a:xfrm flipH="1">
            <a:off x="3105720" y="685440"/>
            <a:ext cx="66636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64" name=""/>
          <p:cNvSpPr/>
          <p:nvPr/>
        </p:nvSpPr>
        <p:spPr>
          <a:xfrm>
            <a:off x="1848600" y="18288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Student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" name=""/>
          <p:cNvCxnSpPr>
            <a:stCxn id="64" idx="0"/>
            <a:endCxn id="62" idx="2"/>
          </p:cNvCxnSpPr>
          <p:nvPr/>
        </p:nvCxnSpPr>
        <p:spPr>
          <a:xfrm flipV="1">
            <a:off x="2191320" y="1371240"/>
            <a:ext cx="57204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66" name=""/>
          <p:cNvSpPr/>
          <p:nvPr/>
        </p:nvSpPr>
        <p:spPr>
          <a:xfrm>
            <a:off x="3448800" y="18288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" name=""/>
          <p:cNvCxnSpPr>
            <a:stCxn id="66" idx="0"/>
            <a:endCxn id="62" idx="4"/>
          </p:cNvCxnSpPr>
          <p:nvPr/>
        </p:nvCxnSpPr>
        <p:spPr>
          <a:xfrm flipH="1" flipV="1">
            <a:off x="3448440" y="1371240"/>
            <a:ext cx="34344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68" name=""/>
          <p:cNvSpPr/>
          <p:nvPr/>
        </p:nvSpPr>
        <p:spPr>
          <a:xfrm>
            <a:off x="457200" y="2514600"/>
            <a:ext cx="137124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Supervised_By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3200400" y="2514600"/>
            <a:ext cx="685440" cy="228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0" name=""/>
          <p:cNvCxnSpPr>
            <a:stCxn id="66" idx="2"/>
            <a:endCxn id="69" idx="0"/>
          </p:cNvCxnSpPr>
          <p:nvPr/>
        </p:nvCxnSpPr>
        <p:spPr>
          <a:xfrm flipH="1">
            <a:off x="3543120" y="2057040"/>
            <a:ext cx="24876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71" name=""/>
          <p:cNvSpPr/>
          <p:nvPr/>
        </p:nvSpPr>
        <p:spPr>
          <a:xfrm>
            <a:off x="2991600" y="32004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2" name=""/>
          <p:cNvCxnSpPr>
            <a:stCxn id="71" idx="0"/>
            <a:endCxn id="69" idx="2"/>
          </p:cNvCxnSpPr>
          <p:nvPr/>
        </p:nvCxnSpPr>
        <p:spPr>
          <a:xfrm flipH="1" flipV="1">
            <a:off x="3200400" y="2742840"/>
            <a:ext cx="24876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73" name=""/>
          <p:cNvSpPr/>
          <p:nvPr/>
        </p:nvSpPr>
        <p:spPr>
          <a:xfrm>
            <a:off x="4134600" y="3200400"/>
            <a:ext cx="11426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Non Acatdemic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4" name=""/>
          <p:cNvCxnSpPr>
            <a:stCxn id="73" idx="0"/>
            <a:endCxn id="69" idx="4"/>
          </p:cNvCxnSpPr>
          <p:nvPr/>
        </p:nvCxnSpPr>
        <p:spPr>
          <a:xfrm flipH="1" flipV="1">
            <a:off x="3885840" y="2742840"/>
            <a:ext cx="82044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75" name=""/>
          <p:cNvCxnSpPr>
            <a:stCxn id="68" idx="0"/>
            <a:endCxn id="64" idx="2"/>
          </p:cNvCxnSpPr>
          <p:nvPr/>
        </p:nvCxnSpPr>
        <p:spPr>
          <a:xfrm flipV="1">
            <a:off x="1143000" y="2057040"/>
            <a:ext cx="1048680" cy="4579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76" name=""/>
          <p:cNvCxnSpPr>
            <a:stCxn id="68" idx="2"/>
            <a:endCxn id="71" idx="1"/>
          </p:cNvCxnSpPr>
          <p:nvPr/>
        </p:nvCxnSpPr>
        <p:spPr>
          <a:xfrm>
            <a:off x="1143000" y="2971440"/>
            <a:ext cx="1848960" cy="3434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77" name=""/>
          <p:cNvSpPr/>
          <p:nvPr/>
        </p:nvSpPr>
        <p:spPr>
          <a:xfrm>
            <a:off x="3886200" y="2285640"/>
            <a:ext cx="1142640" cy="4572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Reports_T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"/>
          <p:cNvCxnSpPr>
            <a:stCxn id="66" idx="3"/>
            <a:endCxn id="77" idx="1"/>
          </p:cNvCxnSpPr>
          <p:nvPr/>
        </p:nvCxnSpPr>
        <p:spPr>
          <a:xfrm flipH="1">
            <a:off x="3886200" y="1942920"/>
            <a:ext cx="248400" cy="57168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79" name=""/>
          <p:cNvCxnSpPr>
            <a:stCxn id="77" idx="2"/>
            <a:endCxn id="77" idx="3"/>
          </p:cNvCxnSpPr>
          <p:nvPr/>
        </p:nvCxnSpPr>
        <p:spPr>
          <a:xfrm flipH="1" flipV="1" rot="5400000">
            <a:off x="4628520" y="2342880"/>
            <a:ext cx="228960" cy="571680"/>
          </a:xfrm>
          <a:prstGeom prst="curvedConnector4">
            <a:avLst>
              <a:gd name="adj1" fmla="val -97007"/>
              <a:gd name="adj2" fmla="val 136672"/>
            </a:avLst>
          </a:prstGeom>
          <a:ln w="3816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80" name=""/>
          <p:cNvSpPr/>
          <p:nvPr/>
        </p:nvSpPr>
        <p:spPr>
          <a:xfrm>
            <a:off x="457200" y="4354560"/>
            <a:ext cx="809640" cy="21708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3520" tIns="38520" rIns="83520" bIns="38520" anchor="ctr" anchorCtr="1">
            <a:no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Laboratory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1" name=""/>
          <p:cNvCxnSpPr>
            <a:stCxn id="80" idx="0"/>
            <a:endCxn id="68" idx="2"/>
          </p:cNvCxnSpPr>
          <p:nvPr/>
        </p:nvCxnSpPr>
        <p:spPr>
          <a:xfrm flipV="1">
            <a:off x="862200" y="2971440"/>
            <a:ext cx="281160" cy="13834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82" name=""/>
          <p:cNvSpPr/>
          <p:nvPr/>
        </p:nvSpPr>
        <p:spPr>
          <a:xfrm>
            <a:off x="1371600" y="3429000"/>
            <a:ext cx="137124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Attached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3" name=""/>
          <p:cNvCxnSpPr>
            <a:stCxn id="80" idx="0"/>
            <a:endCxn id="82" idx="2"/>
          </p:cNvCxnSpPr>
          <p:nvPr/>
        </p:nvCxnSpPr>
        <p:spPr>
          <a:xfrm flipV="1">
            <a:off x="862200" y="3885840"/>
            <a:ext cx="1195560" cy="4690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84" name=""/>
          <p:cNvCxnSpPr>
            <a:stCxn id="61" idx="2"/>
            <a:endCxn id="82" idx="0"/>
          </p:cNvCxnSpPr>
          <p:nvPr/>
        </p:nvCxnSpPr>
        <p:spPr>
          <a:xfrm rot="5400000">
            <a:off x="1542600" y="1199880"/>
            <a:ext cx="2743920" cy="1714680"/>
          </a:xfrm>
          <a:prstGeom prst="curvedConnector3">
            <a:avLst>
              <a:gd name="adj1" fmla="val 25009"/>
            </a:avLst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85" name=""/>
          <p:cNvSpPr/>
          <p:nvPr/>
        </p:nvSpPr>
        <p:spPr>
          <a:xfrm>
            <a:off x="1828800" y="4354560"/>
            <a:ext cx="9140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6" name=""/>
          <p:cNvCxnSpPr>
            <a:stCxn id="80" idx="3"/>
            <a:endCxn id="85" idx="1"/>
          </p:cNvCxnSpPr>
          <p:nvPr/>
        </p:nvCxnSpPr>
        <p:spPr>
          <a:xfrm>
            <a:off x="1266840" y="4463280"/>
            <a:ext cx="562320" cy="11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87" name=""/>
          <p:cNvSpPr/>
          <p:nvPr/>
        </p:nvSpPr>
        <p:spPr>
          <a:xfrm>
            <a:off x="3200400" y="41148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Equipement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8" name=""/>
          <p:cNvCxnSpPr>
            <a:stCxn id="85" idx="3"/>
            <a:endCxn id="87" idx="1"/>
          </p:cNvCxnSpPr>
          <p:nvPr/>
        </p:nvCxnSpPr>
        <p:spPr>
          <a:xfrm flipV="1">
            <a:off x="2742840" y="4228920"/>
            <a:ext cx="457920" cy="24588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89" name=""/>
          <p:cNvSpPr/>
          <p:nvPr/>
        </p:nvSpPr>
        <p:spPr>
          <a:xfrm>
            <a:off x="3429000" y="4572000"/>
            <a:ext cx="685440" cy="228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0" name=""/>
          <p:cNvCxnSpPr>
            <a:stCxn id="87" idx="2"/>
            <a:endCxn id="89" idx="0"/>
          </p:cNvCxnSpPr>
          <p:nvPr/>
        </p:nvCxnSpPr>
        <p:spPr>
          <a:xfrm>
            <a:off x="3657600" y="4343040"/>
            <a:ext cx="114480" cy="2293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91" name=""/>
          <p:cNvSpPr/>
          <p:nvPr/>
        </p:nvSpPr>
        <p:spPr>
          <a:xfrm>
            <a:off x="2743200" y="50292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2" name=""/>
          <p:cNvCxnSpPr>
            <a:stCxn id="91" idx="0"/>
            <a:endCxn id="89" idx="3"/>
          </p:cNvCxnSpPr>
          <p:nvPr/>
        </p:nvCxnSpPr>
        <p:spPr>
          <a:xfrm flipV="1">
            <a:off x="3200400" y="4800240"/>
            <a:ext cx="571680" cy="2293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93" name=""/>
          <p:cNvSpPr/>
          <p:nvPr/>
        </p:nvSpPr>
        <p:spPr>
          <a:xfrm>
            <a:off x="3886200" y="50292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Fixed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4" name=""/>
          <p:cNvCxnSpPr>
            <a:stCxn id="93" idx="0"/>
          </p:cNvCxnSpPr>
          <p:nvPr/>
        </p:nvCxnSpPr>
        <p:spPr>
          <a:xfrm flipH="1" flipV="1">
            <a:off x="3772080" y="4800600"/>
            <a:ext cx="571680" cy="2289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95" name=""/>
          <p:cNvSpPr/>
          <p:nvPr/>
        </p:nvSpPr>
        <p:spPr>
          <a:xfrm>
            <a:off x="5029200" y="3875040"/>
            <a:ext cx="9140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6" name=""/>
          <p:cNvCxnSpPr>
            <a:stCxn id="87" idx="3"/>
            <a:endCxn id="95" idx="1"/>
          </p:cNvCxnSpPr>
          <p:nvPr/>
        </p:nvCxnSpPr>
        <p:spPr>
          <a:xfrm flipV="1">
            <a:off x="4114440" y="3994920"/>
            <a:ext cx="915120" cy="234360"/>
          </a:xfrm>
          <a:prstGeom prst="straightConnector1">
            <a:avLst/>
          </a:prstGeom>
          <a:ln w="1008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</p:cxnSp>
      <p:cxnSp>
        <p:nvCxnSpPr>
          <p:cNvPr id="97" name=""/>
          <p:cNvCxnSpPr>
            <a:stCxn id="61" idx="2"/>
            <a:endCxn id="95" idx="0"/>
          </p:cNvCxnSpPr>
          <p:nvPr/>
        </p:nvCxnSpPr>
        <p:spPr>
          <a:xfrm flipH="1" rot="16200000">
            <a:off x="3034080" y="1422720"/>
            <a:ext cx="3189960" cy="1715040"/>
          </a:xfrm>
          <a:prstGeom prst="curvedConnector3">
            <a:avLst>
              <a:gd name="adj1" fmla="val 100000"/>
            </a:avLst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429000" y="4572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2763000" y="1143000"/>
            <a:ext cx="685440" cy="228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0" name=""/>
          <p:cNvCxnSpPr>
            <a:stCxn id="98" idx="2"/>
            <a:endCxn id="99" idx="0"/>
          </p:cNvCxnSpPr>
          <p:nvPr/>
        </p:nvCxnSpPr>
        <p:spPr>
          <a:xfrm flipH="1">
            <a:off x="3105720" y="685440"/>
            <a:ext cx="66636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01" name=""/>
          <p:cNvSpPr/>
          <p:nvPr/>
        </p:nvSpPr>
        <p:spPr>
          <a:xfrm>
            <a:off x="1848600" y="18288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Student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2" name=""/>
          <p:cNvCxnSpPr>
            <a:stCxn id="101" idx="0"/>
            <a:endCxn id="99" idx="2"/>
          </p:cNvCxnSpPr>
          <p:nvPr/>
        </p:nvCxnSpPr>
        <p:spPr>
          <a:xfrm flipV="1">
            <a:off x="2191320" y="1371240"/>
            <a:ext cx="57204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03" name=""/>
          <p:cNvSpPr/>
          <p:nvPr/>
        </p:nvSpPr>
        <p:spPr>
          <a:xfrm>
            <a:off x="3448800" y="18288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4" name=""/>
          <p:cNvCxnSpPr>
            <a:stCxn id="103" idx="0"/>
            <a:endCxn id="99" idx="4"/>
          </p:cNvCxnSpPr>
          <p:nvPr/>
        </p:nvCxnSpPr>
        <p:spPr>
          <a:xfrm flipH="1" flipV="1">
            <a:off x="3448440" y="1371240"/>
            <a:ext cx="34344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05" name=""/>
          <p:cNvSpPr/>
          <p:nvPr/>
        </p:nvSpPr>
        <p:spPr>
          <a:xfrm>
            <a:off x="457200" y="2514600"/>
            <a:ext cx="137124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Supervised_By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3200400" y="2514600"/>
            <a:ext cx="685440" cy="228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7" name=""/>
          <p:cNvCxnSpPr>
            <a:stCxn id="103" idx="2"/>
            <a:endCxn id="106" idx="0"/>
          </p:cNvCxnSpPr>
          <p:nvPr/>
        </p:nvCxnSpPr>
        <p:spPr>
          <a:xfrm flipH="1">
            <a:off x="3543120" y="2057040"/>
            <a:ext cx="24876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08" name=""/>
          <p:cNvSpPr/>
          <p:nvPr/>
        </p:nvSpPr>
        <p:spPr>
          <a:xfrm>
            <a:off x="2991600" y="32004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9" name=""/>
          <p:cNvCxnSpPr>
            <a:stCxn id="108" idx="0"/>
            <a:endCxn id="106" idx="2"/>
          </p:cNvCxnSpPr>
          <p:nvPr/>
        </p:nvCxnSpPr>
        <p:spPr>
          <a:xfrm flipH="1" flipV="1">
            <a:off x="3200400" y="2742840"/>
            <a:ext cx="24876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10" name=""/>
          <p:cNvSpPr/>
          <p:nvPr/>
        </p:nvSpPr>
        <p:spPr>
          <a:xfrm>
            <a:off x="4134600" y="3200400"/>
            <a:ext cx="11426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Non Acatdemic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1" name=""/>
          <p:cNvCxnSpPr>
            <a:stCxn id="110" idx="0"/>
            <a:endCxn id="106" idx="4"/>
          </p:cNvCxnSpPr>
          <p:nvPr/>
        </p:nvCxnSpPr>
        <p:spPr>
          <a:xfrm flipH="1" flipV="1">
            <a:off x="3885840" y="2742840"/>
            <a:ext cx="82044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112" name=""/>
          <p:cNvCxnSpPr>
            <a:stCxn id="105" idx="0"/>
            <a:endCxn id="101" idx="2"/>
          </p:cNvCxnSpPr>
          <p:nvPr/>
        </p:nvCxnSpPr>
        <p:spPr>
          <a:xfrm flipV="1">
            <a:off x="1143000" y="2057040"/>
            <a:ext cx="1048680" cy="4579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113" name=""/>
          <p:cNvCxnSpPr>
            <a:stCxn id="105" idx="2"/>
            <a:endCxn id="108" idx="1"/>
          </p:cNvCxnSpPr>
          <p:nvPr/>
        </p:nvCxnSpPr>
        <p:spPr>
          <a:xfrm>
            <a:off x="1143000" y="2971440"/>
            <a:ext cx="1848960" cy="3434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114" name=""/>
          <p:cNvSpPr/>
          <p:nvPr/>
        </p:nvSpPr>
        <p:spPr>
          <a:xfrm>
            <a:off x="3886200" y="2285640"/>
            <a:ext cx="1142640" cy="4572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Reports_To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5" name=""/>
          <p:cNvCxnSpPr>
            <a:stCxn id="103" idx="3"/>
            <a:endCxn id="114" idx="1"/>
          </p:cNvCxnSpPr>
          <p:nvPr/>
        </p:nvCxnSpPr>
        <p:spPr>
          <a:xfrm flipH="1">
            <a:off x="3886200" y="1942920"/>
            <a:ext cx="248400" cy="57168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116" name=""/>
          <p:cNvCxnSpPr>
            <a:stCxn id="114" idx="2"/>
            <a:endCxn id="114" idx="3"/>
          </p:cNvCxnSpPr>
          <p:nvPr/>
        </p:nvCxnSpPr>
        <p:spPr>
          <a:xfrm flipH="1" flipV="1" rot="5400000">
            <a:off x="4628520" y="2342880"/>
            <a:ext cx="228960" cy="571680"/>
          </a:xfrm>
          <a:prstGeom prst="curvedConnector4">
            <a:avLst>
              <a:gd name="adj1" fmla="val -97007"/>
              <a:gd name="adj2" fmla="val 136672"/>
            </a:avLst>
          </a:prstGeom>
          <a:ln w="3816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117" name=""/>
          <p:cNvSpPr/>
          <p:nvPr/>
        </p:nvSpPr>
        <p:spPr>
          <a:xfrm>
            <a:off x="457200" y="4354560"/>
            <a:ext cx="809640" cy="21708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3520" tIns="38520" rIns="83520" bIns="38520" anchor="ctr" anchorCtr="1">
            <a:no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Laboratory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8" name=""/>
          <p:cNvCxnSpPr>
            <a:stCxn id="117" idx="0"/>
            <a:endCxn id="105" idx="2"/>
          </p:cNvCxnSpPr>
          <p:nvPr/>
        </p:nvCxnSpPr>
        <p:spPr>
          <a:xfrm flipV="1">
            <a:off x="862200" y="2971440"/>
            <a:ext cx="281160" cy="13834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119" name=""/>
          <p:cNvSpPr/>
          <p:nvPr/>
        </p:nvSpPr>
        <p:spPr>
          <a:xfrm>
            <a:off x="1371600" y="3429000"/>
            <a:ext cx="137124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Attached_to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0" name=""/>
          <p:cNvCxnSpPr>
            <a:stCxn id="117" idx="0"/>
            <a:endCxn id="119" idx="2"/>
          </p:cNvCxnSpPr>
          <p:nvPr/>
        </p:nvCxnSpPr>
        <p:spPr>
          <a:xfrm flipV="1">
            <a:off x="862200" y="3885840"/>
            <a:ext cx="1195560" cy="4690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121" name=""/>
          <p:cNvCxnSpPr>
            <a:stCxn id="98" idx="2"/>
            <a:endCxn id="119" idx="0"/>
          </p:cNvCxnSpPr>
          <p:nvPr/>
        </p:nvCxnSpPr>
        <p:spPr>
          <a:xfrm rot="5400000">
            <a:off x="1542600" y="1199880"/>
            <a:ext cx="2743920" cy="1714680"/>
          </a:xfrm>
          <a:prstGeom prst="curvedConnector3">
            <a:avLst>
              <a:gd name="adj1" fmla="val 50006"/>
            </a:avLst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22" name=""/>
          <p:cNvSpPr/>
          <p:nvPr/>
        </p:nvSpPr>
        <p:spPr>
          <a:xfrm>
            <a:off x="1828800" y="4354560"/>
            <a:ext cx="9140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3" name=""/>
          <p:cNvCxnSpPr>
            <a:stCxn id="117" idx="3"/>
            <a:endCxn id="122" idx="1"/>
          </p:cNvCxnSpPr>
          <p:nvPr/>
        </p:nvCxnSpPr>
        <p:spPr>
          <a:xfrm>
            <a:off x="1266840" y="4463280"/>
            <a:ext cx="562320" cy="11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124" name=""/>
          <p:cNvSpPr/>
          <p:nvPr/>
        </p:nvSpPr>
        <p:spPr>
          <a:xfrm>
            <a:off x="3200400" y="41148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5" name=""/>
          <p:cNvCxnSpPr>
            <a:stCxn id="122" idx="3"/>
            <a:endCxn id="124" idx="1"/>
          </p:cNvCxnSpPr>
          <p:nvPr/>
        </p:nvCxnSpPr>
        <p:spPr>
          <a:xfrm flipV="1">
            <a:off x="2742840" y="4228920"/>
            <a:ext cx="457920" cy="24588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126" name=""/>
          <p:cNvSpPr/>
          <p:nvPr/>
        </p:nvSpPr>
        <p:spPr>
          <a:xfrm>
            <a:off x="3429000" y="4572000"/>
            <a:ext cx="685440" cy="228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7" name=""/>
          <p:cNvCxnSpPr>
            <a:stCxn id="124" idx="2"/>
            <a:endCxn id="126" idx="0"/>
          </p:cNvCxnSpPr>
          <p:nvPr/>
        </p:nvCxnSpPr>
        <p:spPr>
          <a:xfrm>
            <a:off x="3657600" y="4343040"/>
            <a:ext cx="114480" cy="2293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28" name=""/>
          <p:cNvSpPr/>
          <p:nvPr/>
        </p:nvSpPr>
        <p:spPr>
          <a:xfrm>
            <a:off x="2743200" y="50292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9" name=""/>
          <p:cNvCxnSpPr>
            <a:stCxn id="128" idx="0"/>
            <a:endCxn id="126" idx="3"/>
          </p:cNvCxnSpPr>
          <p:nvPr/>
        </p:nvCxnSpPr>
        <p:spPr>
          <a:xfrm flipV="1">
            <a:off x="3200400" y="4800240"/>
            <a:ext cx="571680" cy="2293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30" name=""/>
          <p:cNvSpPr/>
          <p:nvPr/>
        </p:nvSpPr>
        <p:spPr>
          <a:xfrm>
            <a:off x="3886200" y="50292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Fixed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1" name=""/>
          <p:cNvCxnSpPr>
            <a:stCxn id="130" idx="0"/>
          </p:cNvCxnSpPr>
          <p:nvPr/>
        </p:nvCxnSpPr>
        <p:spPr>
          <a:xfrm flipH="1" flipV="1">
            <a:off x="3772080" y="4800600"/>
            <a:ext cx="571680" cy="2289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32" name=""/>
          <p:cNvSpPr/>
          <p:nvPr/>
        </p:nvSpPr>
        <p:spPr>
          <a:xfrm>
            <a:off x="5029200" y="3875040"/>
            <a:ext cx="9140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3" name=""/>
          <p:cNvCxnSpPr>
            <a:stCxn id="124" idx="3"/>
            <a:endCxn id="132" idx="1"/>
          </p:cNvCxnSpPr>
          <p:nvPr/>
        </p:nvCxnSpPr>
        <p:spPr>
          <a:xfrm flipV="1">
            <a:off x="4114440" y="3994920"/>
            <a:ext cx="915120" cy="234360"/>
          </a:xfrm>
          <a:prstGeom prst="straightConnector1">
            <a:avLst/>
          </a:prstGeom>
          <a:ln w="1008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</p:cxnSp>
      <p:cxnSp>
        <p:nvCxnSpPr>
          <p:cNvPr id="134" name=""/>
          <p:cNvCxnSpPr>
            <a:stCxn id="98" idx="2"/>
            <a:endCxn id="132" idx="0"/>
          </p:cNvCxnSpPr>
          <p:nvPr/>
        </p:nvCxnSpPr>
        <p:spPr>
          <a:xfrm flipH="1" rot="16200000">
            <a:off x="3034080" y="1422720"/>
            <a:ext cx="3189960" cy="1715040"/>
          </a:xfrm>
          <a:prstGeom prst="curvedConnector3">
            <a:avLst>
              <a:gd name="adj1" fmla="val 100000"/>
            </a:avLst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35" name=""/>
          <p:cNvSpPr/>
          <p:nvPr/>
        </p:nvSpPr>
        <p:spPr>
          <a:xfrm>
            <a:off x="4572000" y="4560840"/>
            <a:ext cx="15998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6" name=""/>
          <p:cNvCxnSpPr>
            <a:endCxn id="135" idx="1"/>
          </p:cNvCxnSpPr>
          <p:nvPr/>
        </p:nvCxnSpPr>
        <p:spPr>
          <a:xfrm>
            <a:off x="4114800" y="4228920"/>
            <a:ext cx="457560" cy="452160"/>
          </a:xfrm>
          <a:prstGeom prst="straightConnector1">
            <a:avLst/>
          </a:prstGeom>
          <a:ln w="1008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137" name=""/>
          <p:cNvSpPr/>
          <p:nvPr/>
        </p:nvSpPr>
        <p:spPr>
          <a:xfrm>
            <a:off x="6629400" y="4800600"/>
            <a:ext cx="91404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Equipement Model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8" name=""/>
          <p:cNvCxnSpPr>
            <a:stCxn id="135" idx="3"/>
            <a:endCxn id="137" idx="1"/>
          </p:cNvCxnSpPr>
          <p:nvPr/>
        </p:nvCxnSpPr>
        <p:spPr>
          <a:xfrm>
            <a:off x="6171840" y="4680720"/>
            <a:ext cx="457920" cy="3488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>
            <a:off x="3429000" y="4572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2763000" y="1143000"/>
            <a:ext cx="685440" cy="228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1" name=""/>
          <p:cNvCxnSpPr>
            <a:stCxn id="139" idx="2"/>
            <a:endCxn id="140" idx="0"/>
          </p:cNvCxnSpPr>
          <p:nvPr/>
        </p:nvCxnSpPr>
        <p:spPr>
          <a:xfrm flipH="1">
            <a:off x="3105720" y="685440"/>
            <a:ext cx="66636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42" name=""/>
          <p:cNvSpPr/>
          <p:nvPr/>
        </p:nvSpPr>
        <p:spPr>
          <a:xfrm>
            <a:off x="1848600" y="18288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Student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3" name=""/>
          <p:cNvCxnSpPr>
            <a:stCxn id="142" idx="0"/>
            <a:endCxn id="140" idx="2"/>
          </p:cNvCxnSpPr>
          <p:nvPr/>
        </p:nvCxnSpPr>
        <p:spPr>
          <a:xfrm flipV="1">
            <a:off x="2191320" y="1371240"/>
            <a:ext cx="57204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44" name=""/>
          <p:cNvSpPr/>
          <p:nvPr/>
        </p:nvSpPr>
        <p:spPr>
          <a:xfrm>
            <a:off x="3200400" y="194292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5" name=""/>
          <p:cNvCxnSpPr>
            <a:stCxn id="144" idx="0"/>
            <a:endCxn id="140" idx="4"/>
          </p:cNvCxnSpPr>
          <p:nvPr/>
        </p:nvCxnSpPr>
        <p:spPr>
          <a:xfrm flipH="1" flipV="1">
            <a:off x="3448440" y="1371240"/>
            <a:ext cx="95040" cy="5720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46" name=""/>
          <p:cNvSpPr/>
          <p:nvPr/>
        </p:nvSpPr>
        <p:spPr>
          <a:xfrm>
            <a:off x="457200" y="2514600"/>
            <a:ext cx="137124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Supervised_By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3200400" y="2514600"/>
            <a:ext cx="685440" cy="228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8" name=""/>
          <p:cNvCxnSpPr>
            <a:stCxn id="144" idx="2"/>
            <a:endCxn id="147" idx="0"/>
          </p:cNvCxnSpPr>
          <p:nvPr/>
        </p:nvCxnSpPr>
        <p:spPr>
          <a:xfrm>
            <a:off x="3543120" y="2171160"/>
            <a:ext cx="360" cy="34380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49" name=""/>
          <p:cNvSpPr/>
          <p:nvPr/>
        </p:nvSpPr>
        <p:spPr>
          <a:xfrm>
            <a:off x="2991600" y="32004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0" name=""/>
          <p:cNvCxnSpPr>
            <a:stCxn id="149" idx="0"/>
            <a:endCxn id="147" idx="2"/>
          </p:cNvCxnSpPr>
          <p:nvPr/>
        </p:nvCxnSpPr>
        <p:spPr>
          <a:xfrm flipH="1" flipV="1">
            <a:off x="3200400" y="2742840"/>
            <a:ext cx="24876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51" name=""/>
          <p:cNvSpPr/>
          <p:nvPr/>
        </p:nvSpPr>
        <p:spPr>
          <a:xfrm>
            <a:off x="4134600" y="3200400"/>
            <a:ext cx="11426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Non Acatdemic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2" name=""/>
          <p:cNvCxnSpPr>
            <a:stCxn id="151" idx="0"/>
            <a:endCxn id="147" idx="4"/>
          </p:cNvCxnSpPr>
          <p:nvPr/>
        </p:nvCxnSpPr>
        <p:spPr>
          <a:xfrm flipH="1" flipV="1">
            <a:off x="3885840" y="2742840"/>
            <a:ext cx="82044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153" name=""/>
          <p:cNvCxnSpPr>
            <a:stCxn id="146" idx="0"/>
            <a:endCxn id="142" idx="2"/>
          </p:cNvCxnSpPr>
          <p:nvPr/>
        </p:nvCxnSpPr>
        <p:spPr>
          <a:xfrm flipV="1">
            <a:off x="1143000" y="2057040"/>
            <a:ext cx="1048680" cy="4579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154" name=""/>
          <p:cNvCxnSpPr>
            <a:stCxn id="146" idx="2"/>
            <a:endCxn id="149" idx="1"/>
          </p:cNvCxnSpPr>
          <p:nvPr/>
        </p:nvCxnSpPr>
        <p:spPr>
          <a:xfrm>
            <a:off x="1143000" y="2971440"/>
            <a:ext cx="1848960" cy="3434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155" name=""/>
          <p:cNvSpPr/>
          <p:nvPr/>
        </p:nvSpPr>
        <p:spPr>
          <a:xfrm>
            <a:off x="4095360" y="2057400"/>
            <a:ext cx="1142640" cy="6854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Reports_To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6" name=""/>
          <p:cNvCxnSpPr>
            <a:stCxn id="144" idx="3"/>
            <a:endCxn id="155" idx="1"/>
          </p:cNvCxnSpPr>
          <p:nvPr/>
        </p:nvCxnSpPr>
        <p:spPr>
          <a:xfrm>
            <a:off x="3885840" y="2057040"/>
            <a:ext cx="209880" cy="34344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157" name=""/>
          <p:cNvCxnSpPr>
            <a:stCxn id="155" idx="2"/>
            <a:endCxn id="155" idx="3"/>
          </p:cNvCxnSpPr>
          <p:nvPr/>
        </p:nvCxnSpPr>
        <p:spPr>
          <a:xfrm flipH="1" flipV="1" rot="5400000">
            <a:off x="4780800" y="2286000"/>
            <a:ext cx="343080" cy="571680"/>
          </a:xfrm>
          <a:prstGeom prst="curvedConnector4">
            <a:avLst>
              <a:gd name="adj1" fmla="val -63550"/>
              <a:gd name="adj2" fmla="val 136735"/>
            </a:avLst>
          </a:prstGeom>
          <a:ln w="3816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158" name=""/>
          <p:cNvSpPr/>
          <p:nvPr/>
        </p:nvSpPr>
        <p:spPr>
          <a:xfrm>
            <a:off x="457200" y="4354560"/>
            <a:ext cx="809640" cy="21708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3520" tIns="38520" rIns="83520" bIns="38520" anchor="ctr" anchorCtr="1">
            <a:no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Laboratory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9" name=""/>
          <p:cNvCxnSpPr>
            <a:stCxn id="158" idx="0"/>
            <a:endCxn id="146" idx="2"/>
          </p:cNvCxnSpPr>
          <p:nvPr/>
        </p:nvCxnSpPr>
        <p:spPr>
          <a:xfrm flipV="1">
            <a:off x="862200" y="2971440"/>
            <a:ext cx="281160" cy="13834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160" name=""/>
          <p:cNvSpPr/>
          <p:nvPr/>
        </p:nvSpPr>
        <p:spPr>
          <a:xfrm>
            <a:off x="1371600" y="3429000"/>
            <a:ext cx="137124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Attached_to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1" name=""/>
          <p:cNvCxnSpPr>
            <a:stCxn id="158" idx="0"/>
            <a:endCxn id="160" idx="2"/>
          </p:cNvCxnSpPr>
          <p:nvPr/>
        </p:nvCxnSpPr>
        <p:spPr>
          <a:xfrm flipV="1">
            <a:off x="862200" y="3885840"/>
            <a:ext cx="1195560" cy="4690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162" name=""/>
          <p:cNvCxnSpPr>
            <a:stCxn id="139" idx="2"/>
            <a:endCxn id="160" idx="0"/>
          </p:cNvCxnSpPr>
          <p:nvPr/>
        </p:nvCxnSpPr>
        <p:spPr>
          <a:xfrm rot="5400000">
            <a:off x="1542600" y="1199880"/>
            <a:ext cx="2743920" cy="1714680"/>
          </a:xfrm>
          <a:prstGeom prst="curvedConnector3">
            <a:avLst>
              <a:gd name="adj1" fmla="val 25009"/>
            </a:avLst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63" name=""/>
          <p:cNvSpPr/>
          <p:nvPr/>
        </p:nvSpPr>
        <p:spPr>
          <a:xfrm>
            <a:off x="1828800" y="4354560"/>
            <a:ext cx="9140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4" name=""/>
          <p:cNvCxnSpPr>
            <a:stCxn id="158" idx="3"/>
            <a:endCxn id="163" idx="1"/>
          </p:cNvCxnSpPr>
          <p:nvPr/>
        </p:nvCxnSpPr>
        <p:spPr>
          <a:xfrm>
            <a:off x="1266840" y="4463280"/>
            <a:ext cx="562320" cy="11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165" name=""/>
          <p:cNvSpPr/>
          <p:nvPr/>
        </p:nvSpPr>
        <p:spPr>
          <a:xfrm>
            <a:off x="3200400" y="41148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Equipement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6" name=""/>
          <p:cNvCxnSpPr>
            <a:stCxn id="163" idx="3"/>
            <a:endCxn id="165" idx="1"/>
          </p:cNvCxnSpPr>
          <p:nvPr/>
        </p:nvCxnSpPr>
        <p:spPr>
          <a:xfrm flipV="1">
            <a:off x="2742840" y="4228920"/>
            <a:ext cx="457920" cy="24588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167" name=""/>
          <p:cNvSpPr/>
          <p:nvPr/>
        </p:nvSpPr>
        <p:spPr>
          <a:xfrm>
            <a:off x="3429000" y="4572000"/>
            <a:ext cx="685440" cy="228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8" name=""/>
          <p:cNvCxnSpPr>
            <a:stCxn id="165" idx="2"/>
            <a:endCxn id="167" idx="0"/>
          </p:cNvCxnSpPr>
          <p:nvPr/>
        </p:nvCxnSpPr>
        <p:spPr>
          <a:xfrm>
            <a:off x="3657600" y="4343040"/>
            <a:ext cx="114480" cy="2293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69" name=""/>
          <p:cNvSpPr/>
          <p:nvPr/>
        </p:nvSpPr>
        <p:spPr>
          <a:xfrm>
            <a:off x="2743200" y="50292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0" name=""/>
          <p:cNvCxnSpPr>
            <a:stCxn id="169" idx="0"/>
            <a:endCxn id="167" idx="3"/>
          </p:cNvCxnSpPr>
          <p:nvPr/>
        </p:nvCxnSpPr>
        <p:spPr>
          <a:xfrm flipV="1">
            <a:off x="3200400" y="4800240"/>
            <a:ext cx="571680" cy="2293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71" name=""/>
          <p:cNvSpPr/>
          <p:nvPr/>
        </p:nvSpPr>
        <p:spPr>
          <a:xfrm>
            <a:off x="3886200" y="50292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Fixed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2" name=""/>
          <p:cNvCxnSpPr>
            <a:stCxn id="171" idx="0"/>
          </p:cNvCxnSpPr>
          <p:nvPr/>
        </p:nvCxnSpPr>
        <p:spPr>
          <a:xfrm flipH="1" flipV="1">
            <a:off x="3772080" y="4800600"/>
            <a:ext cx="571680" cy="2289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73" name=""/>
          <p:cNvSpPr/>
          <p:nvPr/>
        </p:nvSpPr>
        <p:spPr>
          <a:xfrm>
            <a:off x="5029200" y="3755160"/>
            <a:ext cx="9140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4" name=""/>
          <p:cNvCxnSpPr>
            <a:stCxn id="165" idx="3"/>
            <a:endCxn id="173" idx="1"/>
          </p:cNvCxnSpPr>
          <p:nvPr/>
        </p:nvCxnSpPr>
        <p:spPr>
          <a:xfrm flipV="1">
            <a:off x="4114440" y="3875040"/>
            <a:ext cx="915120" cy="354240"/>
          </a:xfrm>
          <a:prstGeom prst="straightConnector1">
            <a:avLst/>
          </a:prstGeom>
          <a:ln w="1008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</p:cxnSp>
      <p:cxnSp>
        <p:nvCxnSpPr>
          <p:cNvPr id="175" name=""/>
          <p:cNvCxnSpPr>
            <a:stCxn id="139" idx="2"/>
            <a:endCxn id="173" idx="0"/>
          </p:cNvCxnSpPr>
          <p:nvPr/>
        </p:nvCxnSpPr>
        <p:spPr>
          <a:xfrm flipH="1" rot="16200000">
            <a:off x="3094200" y="1362600"/>
            <a:ext cx="3070080" cy="1715040"/>
          </a:xfrm>
          <a:prstGeom prst="curvedConnector3">
            <a:avLst>
              <a:gd name="adj1" fmla="val 100011"/>
            </a:avLst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76" name=""/>
          <p:cNvSpPr/>
          <p:nvPr/>
        </p:nvSpPr>
        <p:spPr>
          <a:xfrm>
            <a:off x="4572000" y="4560840"/>
            <a:ext cx="15998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7" name=""/>
          <p:cNvCxnSpPr>
            <a:endCxn id="176" idx="1"/>
          </p:cNvCxnSpPr>
          <p:nvPr/>
        </p:nvCxnSpPr>
        <p:spPr>
          <a:xfrm>
            <a:off x="4114800" y="4228920"/>
            <a:ext cx="457560" cy="452160"/>
          </a:xfrm>
          <a:prstGeom prst="straightConnector1">
            <a:avLst/>
          </a:prstGeom>
          <a:ln w="1008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178" name=""/>
          <p:cNvSpPr/>
          <p:nvPr/>
        </p:nvSpPr>
        <p:spPr>
          <a:xfrm>
            <a:off x="6629400" y="4800600"/>
            <a:ext cx="91404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Equipement Model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9" name=""/>
          <p:cNvCxnSpPr>
            <a:stCxn id="176" idx="3"/>
            <a:endCxn id="178" idx="1"/>
          </p:cNvCxnSpPr>
          <p:nvPr/>
        </p:nvCxnSpPr>
        <p:spPr>
          <a:xfrm>
            <a:off x="6171840" y="4680720"/>
            <a:ext cx="457920" cy="3488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80" name=""/>
          <p:cNvSpPr/>
          <p:nvPr/>
        </p:nvSpPr>
        <p:spPr>
          <a:xfrm>
            <a:off x="6858000" y="11430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Projects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4800600" y="903240"/>
            <a:ext cx="13712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Contribut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2" name=""/>
          <p:cNvCxnSpPr>
            <a:stCxn id="180" idx="1"/>
            <a:endCxn id="181" idx="3"/>
          </p:cNvCxnSpPr>
          <p:nvPr/>
        </p:nvCxnSpPr>
        <p:spPr>
          <a:xfrm flipH="1" flipV="1">
            <a:off x="6171840" y="1023120"/>
            <a:ext cx="686520" cy="23436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183" name=""/>
          <p:cNvCxnSpPr>
            <a:stCxn id="181" idx="1"/>
            <a:endCxn id="139" idx="3"/>
          </p:cNvCxnSpPr>
          <p:nvPr/>
        </p:nvCxnSpPr>
        <p:spPr>
          <a:xfrm flipH="1" flipV="1">
            <a:off x="4114440" y="571320"/>
            <a:ext cx="686520" cy="4521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84" name=""/>
          <p:cNvSpPr/>
          <p:nvPr/>
        </p:nvSpPr>
        <p:spPr>
          <a:xfrm>
            <a:off x="5029200" y="1469160"/>
            <a:ext cx="13712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Funds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5" name=""/>
          <p:cNvCxnSpPr>
            <a:stCxn id="180" idx="1"/>
            <a:endCxn id="184" idx="3"/>
          </p:cNvCxnSpPr>
          <p:nvPr/>
        </p:nvCxnSpPr>
        <p:spPr>
          <a:xfrm flipH="1">
            <a:off x="6400440" y="1257120"/>
            <a:ext cx="457920" cy="3322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186" name=""/>
          <p:cNvCxnSpPr>
            <a:stCxn id="184" idx="1"/>
          </p:cNvCxnSpPr>
          <p:nvPr/>
        </p:nvCxnSpPr>
        <p:spPr>
          <a:xfrm flipH="1" flipV="1">
            <a:off x="4114800" y="571320"/>
            <a:ext cx="914760" cy="101808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"/>
          <p:cNvSpPr/>
          <p:nvPr/>
        </p:nvSpPr>
        <p:spPr>
          <a:xfrm>
            <a:off x="3429000" y="4572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2763000" y="1143000"/>
            <a:ext cx="685440" cy="228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9" name=""/>
          <p:cNvCxnSpPr>
            <a:stCxn id="187" idx="2"/>
            <a:endCxn id="188" idx="0"/>
          </p:cNvCxnSpPr>
          <p:nvPr/>
        </p:nvCxnSpPr>
        <p:spPr>
          <a:xfrm flipH="1">
            <a:off x="3105720" y="685440"/>
            <a:ext cx="66636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90" name=""/>
          <p:cNvSpPr/>
          <p:nvPr/>
        </p:nvSpPr>
        <p:spPr>
          <a:xfrm>
            <a:off x="1848600" y="18288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Student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1" name=""/>
          <p:cNvCxnSpPr>
            <a:stCxn id="190" idx="0"/>
            <a:endCxn id="188" idx="2"/>
          </p:cNvCxnSpPr>
          <p:nvPr/>
        </p:nvCxnSpPr>
        <p:spPr>
          <a:xfrm flipV="1">
            <a:off x="2191320" y="1371240"/>
            <a:ext cx="57204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92" name=""/>
          <p:cNvSpPr/>
          <p:nvPr/>
        </p:nvSpPr>
        <p:spPr>
          <a:xfrm>
            <a:off x="3200400" y="194292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3" name=""/>
          <p:cNvCxnSpPr>
            <a:stCxn id="192" idx="0"/>
            <a:endCxn id="188" idx="4"/>
          </p:cNvCxnSpPr>
          <p:nvPr/>
        </p:nvCxnSpPr>
        <p:spPr>
          <a:xfrm flipH="1" flipV="1">
            <a:off x="3448440" y="1371240"/>
            <a:ext cx="95040" cy="5720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94" name=""/>
          <p:cNvSpPr/>
          <p:nvPr/>
        </p:nvSpPr>
        <p:spPr>
          <a:xfrm>
            <a:off x="457200" y="2514600"/>
            <a:ext cx="137124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Supervised_By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3200400" y="2514600"/>
            <a:ext cx="685440" cy="228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6" name=""/>
          <p:cNvCxnSpPr>
            <a:stCxn id="192" idx="2"/>
            <a:endCxn id="195" idx="0"/>
          </p:cNvCxnSpPr>
          <p:nvPr/>
        </p:nvCxnSpPr>
        <p:spPr>
          <a:xfrm>
            <a:off x="3543120" y="2171160"/>
            <a:ext cx="360" cy="34380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97" name=""/>
          <p:cNvSpPr/>
          <p:nvPr/>
        </p:nvSpPr>
        <p:spPr>
          <a:xfrm>
            <a:off x="2991600" y="32004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8" name=""/>
          <p:cNvCxnSpPr>
            <a:stCxn id="197" idx="0"/>
            <a:endCxn id="195" idx="2"/>
          </p:cNvCxnSpPr>
          <p:nvPr/>
        </p:nvCxnSpPr>
        <p:spPr>
          <a:xfrm flipH="1" flipV="1">
            <a:off x="3200400" y="2742840"/>
            <a:ext cx="24876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99" name=""/>
          <p:cNvSpPr/>
          <p:nvPr/>
        </p:nvSpPr>
        <p:spPr>
          <a:xfrm>
            <a:off x="4134600" y="3200400"/>
            <a:ext cx="11426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Non Acatdemic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0" name=""/>
          <p:cNvCxnSpPr>
            <a:stCxn id="199" idx="0"/>
            <a:endCxn id="195" idx="4"/>
          </p:cNvCxnSpPr>
          <p:nvPr/>
        </p:nvCxnSpPr>
        <p:spPr>
          <a:xfrm flipH="1" flipV="1">
            <a:off x="3885840" y="2742840"/>
            <a:ext cx="82044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201" name=""/>
          <p:cNvCxnSpPr>
            <a:stCxn id="194" idx="0"/>
            <a:endCxn id="190" idx="2"/>
          </p:cNvCxnSpPr>
          <p:nvPr/>
        </p:nvCxnSpPr>
        <p:spPr>
          <a:xfrm flipV="1">
            <a:off x="1143000" y="2057040"/>
            <a:ext cx="1048680" cy="4579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202" name=""/>
          <p:cNvCxnSpPr>
            <a:stCxn id="194" idx="2"/>
            <a:endCxn id="197" idx="1"/>
          </p:cNvCxnSpPr>
          <p:nvPr/>
        </p:nvCxnSpPr>
        <p:spPr>
          <a:xfrm>
            <a:off x="1143000" y="2971440"/>
            <a:ext cx="1848960" cy="3434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203" name=""/>
          <p:cNvSpPr/>
          <p:nvPr/>
        </p:nvSpPr>
        <p:spPr>
          <a:xfrm>
            <a:off x="4095360" y="2057400"/>
            <a:ext cx="1142640" cy="6854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Reports_To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4" name=""/>
          <p:cNvCxnSpPr>
            <a:stCxn id="192" idx="3"/>
            <a:endCxn id="203" idx="1"/>
          </p:cNvCxnSpPr>
          <p:nvPr/>
        </p:nvCxnSpPr>
        <p:spPr>
          <a:xfrm>
            <a:off x="3885840" y="2057040"/>
            <a:ext cx="209880" cy="34344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205" name=""/>
          <p:cNvCxnSpPr>
            <a:stCxn id="203" idx="2"/>
            <a:endCxn id="203" idx="3"/>
          </p:cNvCxnSpPr>
          <p:nvPr/>
        </p:nvCxnSpPr>
        <p:spPr>
          <a:xfrm flipH="1" flipV="1" rot="5400000">
            <a:off x="4780800" y="2286000"/>
            <a:ext cx="343080" cy="571680"/>
          </a:xfrm>
          <a:prstGeom prst="curvedConnector4">
            <a:avLst>
              <a:gd name="adj1" fmla="val -63550"/>
              <a:gd name="adj2" fmla="val 136735"/>
            </a:avLst>
          </a:prstGeom>
          <a:ln w="3816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206" name=""/>
          <p:cNvSpPr/>
          <p:nvPr/>
        </p:nvSpPr>
        <p:spPr>
          <a:xfrm>
            <a:off x="457200" y="4354560"/>
            <a:ext cx="809640" cy="21708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3520" tIns="38520" rIns="83520" bIns="38520" anchor="ctr" anchorCtr="1">
            <a:no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Laboratory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7" name=""/>
          <p:cNvCxnSpPr>
            <a:stCxn id="206" idx="0"/>
            <a:endCxn id="194" idx="2"/>
          </p:cNvCxnSpPr>
          <p:nvPr/>
        </p:nvCxnSpPr>
        <p:spPr>
          <a:xfrm flipV="1">
            <a:off x="862200" y="2971440"/>
            <a:ext cx="281160" cy="13834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208" name=""/>
          <p:cNvSpPr/>
          <p:nvPr/>
        </p:nvSpPr>
        <p:spPr>
          <a:xfrm>
            <a:off x="1371600" y="3429000"/>
            <a:ext cx="137124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Attached_to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9" name=""/>
          <p:cNvCxnSpPr>
            <a:stCxn id="206" idx="0"/>
            <a:endCxn id="208" idx="2"/>
          </p:cNvCxnSpPr>
          <p:nvPr/>
        </p:nvCxnSpPr>
        <p:spPr>
          <a:xfrm flipV="1">
            <a:off x="862200" y="3885840"/>
            <a:ext cx="1195560" cy="4690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210" name=""/>
          <p:cNvCxnSpPr>
            <a:stCxn id="187" idx="2"/>
            <a:endCxn id="208" idx="0"/>
          </p:cNvCxnSpPr>
          <p:nvPr/>
        </p:nvCxnSpPr>
        <p:spPr>
          <a:xfrm rot="5400000">
            <a:off x="1542600" y="1199880"/>
            <a:ext cx="2743920" cy="1714680"/>
          </a:xfrm>
          <a:prstGeom prst="curvedConnector3">
            <a:avLst>
              <a:gd name="adj1" fmla="val 25009"/>
            </a:avLst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11" name=""/>
          <p:cNvSpPr/>
          <p:nvPr/>
        </p:nvSpPr>
        <p:spPr>
          <a:xfrm>
            <a:off x="1828800" y="4354560"/>
            <a:ext cx="9140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2" name=""/>
          <p:cNvCxnSpPr>
            <a:stCxn id="206" idx="3"/>
            <a:endCxn id="211" idx="1"/>
          </p:cNvCxnSpPr>
          <p:nvPr/>
        </p:nvCxnSpPr>
        <p:spPr>
          <a:xfrm>
            <a:off x="1266840" y="4463280"/>
            <a:ext cx="562320" cy="11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213" name=""/>
          <p:cNvSpPr/>
          <p:nvPr/>
        </p:nvSpPr>
        <p:spPr>
          <a:xfrm>
            <a:off x="3200400" y="41148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Equipement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4" name=""/>
          <p:cNvCxnSpPr>
            <a:stCxn id="211" idx="3"/>
            <a:endCxn id="213" idx="1"/>
          </p:cNvCxnSpPr>
          <p:nvPr/>
        </p:nvCxnSpPr>
        <p:spPr>
          <a:xfrm flipV="1">
            <a:off x="2742840" y="4228920"/>
            <a:ext cx="457920" cy="24588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215" name=""/>
          <p:cNvSpPr/>
          <p:nvPr/>
        </p:nvSpPr>
        <p:spPr>
          <a:xfrm>
            <a:off x="3429000" y="4572000"/>
            <a:ext cx="685440" cy="228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6" name=""/>
          <p:cNvCxnSpPr>
            <a:stCxn id="213" idx="2"/>
            <a:endCxn id="215" idx="0"/>
          </p:cNvCxnSpPr>
          <p:nvPr/>
        </p:nvCxnSpPr>
        <p:spPr>
          <a:xfrm>
            <a:off x="3657600" y="4343040"/>
            <a:ext cx="114480" cy="2293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17" name=""/>
          <p:cNvSpPr/>
          <p:nvPr/>
        </p:nvSpPr>
        <p:spPr>
          <a:xfrm>
            <a:off x="2743200" y="50292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8" name=""/>
          <p:cNvCxnSpPr>
            <a:stCxn id="217" idx="0"/>
            <a:endCxn id="215" idx="3"/>
          </p:cNvCxnSpPr>
          <p:nvPr/>
        </p:nvCxnSpPr>
        <p:spPr>
          <a:xfrm flipV="1">
            <a:off x="3200400" y="4800240"/>
            <a:ext cx="571680" cy="2293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19" name=""/>
          <p:cNvSpPr/>
          <p:nvPr/>
        </p:nvSpPr>
        <p:spPr>
          <a:xfrm>
            <a:off x="3886200" y="50292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Fixed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0" name=""/>
          <p:cNvCxnSpPr>
            <a:stCxn id="219" idx="0"/>
          </p:cNvCxnSpPr>
          <p:nvPr/>
        </p:nvCxnSpPr>
        <p:spPr>
          <a:xfrm flipH="1" flipV="1">
            <a:off x="3772080" y="4800600"/>
            <a:ext cx="571680" cy="2289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21" name=""/>
          <p:cNvSpPr/>
          <p:nvPr/>
        </p:nvSpPr>
        <p:spPr>
          <a:xfrm>
            <a:off x="5029200" y="3755160"/>
            <a:ext cx="9140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2" name=""/>
          <p:cNvCxnSpPr>
            <a:stCxn id="213" idx="3"/>
            <a:endCxn id="221" idx="1"/>
          </p:cNvCxnSpPr>
          <p:nvPr/>
        </p:nvCxnSpPr>
        <p:spPr>
          <a:xfrm flipV="1">
            <a:off x="4114440" y="3875040"/>
            <a:ext cx="915120" cy="354240"/>
          </a:xfrm>
          <a:prstGeom prst="straightConnector1">
            <a:avLst/>
          </a:prstGeom>
          <a:ln w="1008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</p:cxnSp>
      <p:cxnSp>
        <p:nvCxnSpPr>
          <p:cNvPr id="223" name=""/>
          <p:cNvCxnSpPr>
            <a:stCxn id="187" idx="2"/>
            <a:endCxn id="221" idx="0"/>
          </p:cNvCxnSpPr>
          <p:nvPr/>
        </p:nvCxnSpPr>
        <p:spPr>
          <a:xfrm flipH="1" rot="16200000">
            <a:off x="3094200" y="1362600"/>
            <a:ext cx="3070080" cy="1715040"/>
          </a:xfrm>
          <a:prstGeom prst="curvedConnector3">
            <a:avLst>
              <a:gd name="adj1" fmla="val 100011"/>
            </a:avLst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24" name=""/>
          <p:cNvSpPr/>
          <p:nvPr/>
        </p:nvSpPr>
        <p:spPr>
          <a:xfrm>
            <a:off x="4572000" y="4560840"/>
            <a:ext cx="15998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Correspond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5" name=""/>
          <p:cNvCxnSpPr>
            <a:endCxn id="224" idx="1"/>
          </p:cNvCxnSpPr>
          <p:nvPr/>
        </p:nvCxnSpPr>
        <p:spPr>
          <a:xfrm>
            <a:off x="4114800" y="4228920"/>
            <a:ext cx="457560" cy="452160"/>
          </a:xfrm>
          <a:prstGeom prst="straightConnector1">
            <a:avLst/>
          </a:prstGeom>
          <a:ln w="1008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226" name=""/>
          <p:cNvSpPr/>
          <p:nvPr/>
        </p:nvSpPr>
        <p:spPr>
          <a:xfrm>
            <a:off x="6629400" y="4800600"/>
            <a:ext cx="91404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ui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en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od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7" name=""/>
          <p:cNvCxnSpPr>
            <a:stCxn id="224" idx="3"/>
            <a:endCxn id="226" idx="1"/>
          </p:cNvCxnSpPr>
          <p:nvPr/>
        </p:nvCxnSpPr>
        <p:spPr>
          <a:xfrm>
            <a:off x="6171840" y="4680720"/>
            <a:ext cx="457920" cy="3488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28" name=""/>
          <p:cNvSpPr/>
          <p:nvPr/>
        </p:nvSpPr>
        <p:spPr>
          <a:xfrm>
            <a:off x="6858000" y="11430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Projects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4800600" y="903240"/>
            <a:ext cx="13712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Contribut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0" name=""/>
          <p:cNvCxnSpPr>
            <a:stCxn id="228" idx="1"/>
            <a:endCxn id="229" idx="3"/>
          </p:cNvCxnSpPr>
          <p:nvPr/>
        </p:nvCxnSpPr>
        <p:spPr>
          <a:xfrm flipH="1" flipV="1">
            <a:off x="6171840" y="1023120"/>
            <a:ext cx="686520" cy="23436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231" name=""/>
          <p:cNvCxnSpPr>
            <a:stCxn id="229" idx="1"/>
            <a:endCxn id="187" idx="3"/>
          </p:cNvCxnSpPr>
          <p:nvPr/>
        </p:nvCxnSpPr>
        <p:spPr>
          <a:xfrm flipH="1" flipV="1">
            <a:off x="4114440" y="571320"/>
            <a:ext cx="686520" cy="4521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32" name=""/>
          <p:cNvSpPr/>
          <p:nvPr/>
        </p:nvSpPr>
        <p:spPr>
          <a:xfrm>
            <a:off x="5029200" y="1469160"/>
            <a:ext cx="13712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Funds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3" name=""/>
          <p:cNvCxnSpPr>
            <a:stCxn id="228" idx="1"/>
            <a:endCxn id="232" idx="3"/>
          </p:cNvCxnSpPr>
          <p:nvPr/>
        </p:nvCxnSpPr>
        <p:spPr>
          <a:xfrm flipH="1">
            <a:off x="6400440" y="1257120"/>
            <a:ext cx="457920" cy="3322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234" name=""/>
          <p:cNvCxnSpPr>
            <a:stCxn id="232" idx="1"/>
          </p:cNvCxnSpPr>
          <p:nvPr/>
        </p:nvCxnSpPr>
        <p:spPr>
          <a:xfrm flipH="1" flipV="1">
            <a:off x="4114800" y="571320"/>
            <a:ext cx="914760" cy="101808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35" name=""/>
          <p:cNvSpPr/>
          <p:nvPr/>
        </p:nvSpPr>
        <p:spPr>
          <a:xfrm>
            <a:off x="5943600" y="20574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Budget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6" name=""/>
          <p:cNvCxnSpPr>
            <a:stCxn id="235" idx="1"/>
            <a:endCxn id="232" idx="2"/>
          </p:cNvCxnSpPr>
          <p:nvPr/>
        </p:nvCxnSpPr>
        <p:spPr>
          <a:xfrm flipH="1" flipV="1">
            <a:off x="5715000" y="1708560"/>
            <a:ext cx="228960" cy="4633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237" name=""/>
          <p:cNvSpPr/>
          <p:nvPr/>
        </p:nvSpPr>
        <p:spPr>
          <a:xfrm>
            <a:off x="5943600" y="3429000"/>
            <a:ext cx="13712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Manages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8" name=""/>
          <p:cNvCxnSpPr>
            <a:stCxn id="235" idx="2"/>
            <a:endCxn id="237" idx="0"/>
          </p:cNvCxnSpPr>
          <p:nvPr/>
        </p:nvCxnSpPr>
        <p:spPr>
          <a:xfrm>
            <a:off x="6286320" y="2285640"/>
            <a:ext cx="343440" cy="11437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239" name=""/>
          <p:cNvCxnSpPr>
            <a:stCxn id="237" idx="1"/>
            <a:endCxn id="197" idx="2"/>
          </p:cNvCxnSpPr>
          <p:nvPr/>
        </p:nvCxnSpPr>
        <p:spPr>
          <a:xfrm rot="10800000">
            <a:off x="3448800" y="3428640"/>
            <a:ext cx="2495160" cy="120600"/>
          </a:xfrm>
          <a:prstGeom prst="curvedConnector2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"/>
          <p:cNvSpPr/>
          <p:nvPr/>
        </p:nvSpPr>
        <p:spPr>
          <a:xfrm>
            <a:off x="3429000" y="4572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2763000" y="1143000"/>
            <a:ext cx="685440" cy="228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2" name=""/>
          <p:cNvCxnSpPr>
            <a:stCxn id="240" idx="2"/>
            <a:endCxn id="241" idx="0"/>
          </p:cNvCxnSpPr>
          <p:nvPr/>
        </p:nvCxnSpPr>
        <p:spPr>
          <a:xfrm flipH="1">
            <a:off x="3105720" y="685440"/>
            <a:ext cx="66636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43" name=""/>
          <p:cNvSpPr/>
          <p:nvPr/>
        </p:nvSpPr>
        <p:spPr>
          <a:xfrm>
            <a:off x="1848600" y="18288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Student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4" name=""/>
          <p:cNvCxnSpPr>
            <a:stCxn id="243" idx="0"/>
            <a:endCxn id="241" idx="2"/>
          </p:cNvCxnSpPr>
          <p:nvPr/>
        </p:nvCxnSpPr>
        <p:spPr>
          <a:xfrm flipV="1">
            <a:off x="2191320" y="1371240"/>
            <a:ext cx="57204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45" name=""/>
          <p:cNvSpPr/>
          <p:nvPr/>
        </p:nvSpPr>
        <p:spPr>
          <a:xfrm>
            <a:off x="2857680" y="194292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6" name=""/>
          <p:cNvCxnSpPr>
            <a:stCxn id="245" idx="0"/>
            <a:endCxn id="241" idx="4"/>
          </p:cNvCxnSpPr>
          <p:nvPr/>
        </p:nvCxnSpPr>
        <p:spPr>
          <a:xfrm flipV="1">
            <a:off x="3200400" y="1371240"/>
            <a:ext cx="248400" cy="5720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47" name=""/>
          <p:cNvSpPr/>
          <p:nvPr/>
        </p:nvSpPr>
        <p:spPr>
          <a:xfrm>
            <a:off x="457200" y="2514600"/>
            <a:ext cx="137124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Supervised_By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3200400" y="2514600"/>
            <a:ext cx="685440" cy="228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9" name=""/>
          <p:cNvCxnSpPr>
            <a:stCxn id="245" idx="2"/>
            <a:endCxn id="248" idx="0"/>
          </p:cNvCxnSpPr>
          <p:nvPr/>
        </p:nvCxnSpPr>
        <p:spPr>
          <a:xfrm>
            <a:off x="3200400" y="2171160"/>
            <a:ext cx="343080" cy="34380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50" name=""/>
          <p:cNvSpPr/>
          <p:nvPr/>
        </p:nvSpPr>
        <p:spPr>
          <a:xfrm>
            <a:off x="2991600" y="32004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1" name=""/>
          <p:cNvCxnSpPr>
            <a:stCxn id="250" idx="0"/>
            <a:endCxn id="248" idx="2"/>
          </p:cNvCxnSpPr>
          <p:nvPr/>
        </p:nvCxnSpPr>
        <p:spPr>
          <a:xfrm flipH="1" flipV="1">
            <a:off x="3200400" y="2742840"/>
            <a:ext cx="24876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52" name=""/>
          <p:cNvSpPr/>
          <p:nvPr/>
        </p:nvSpPr>
        <p:spPr>
          <a:xfrm>
            <a:off x="4134600" y="3200400"/>
            <a:ext cx="11426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Non 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3" name=""/>
          <p:cNvCxnSpPr>
            <a:stCxn id="252" idx="0"/>
            <a:endCxn id="248" idx="4"/>
          </p:cNvCxnSpPr>
          <p:nvPr/>
        </p:nvCxnSpPr>
        <p:spPr>
          <a:xfrm flipH="1" flipV="1">
            <a:off x="3885840" y="2742840"/>
            <a:ext cx="82044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254" name=""/>
          <p:cNvCxnSpPr>
            <a:stCxn id="247" idx="0"/>
            <a:endCxn id="243" idx="2"/>
          </p:cNvCxnSpPr>
          <p:nvPr/>
        </p:nvCxnSpPr>
        <p:spPr>
          <a:xfrm flipV="1">
            <a:off x="1143000" y="2057040"/>
            <a:ext cx="1048680" cy="4579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255" name=""/>
          <p:cNvCxnSpPr>
            <a:stCxn id="247" idx="2"/>
            <a:endCxn id="250" idx="1"/>
          </p:cNvCxnSpPr>
          <p:nvPr/>
        </p:nvCxnSpPr>
        <p:spPr>
          <a:xfrm>
            <a:off x="1143000" y="2971440"/>
            <a:ext cx="1848960" cy="3434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256" name=""/>
          <p:cNvSpPr/>
          <p:nvPr/>
        </p:nvSpPr>
        <p:spPr>
          <a:xfrm>
            <a:off x="4095360" y="2057400"/>
            <a:ext cx="1142640" cy="6854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Reports_To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7" name=""/>
          <p:cNvCxnSpPr>
            <a:stCxn id="245" idx="3"/>
            <a:endCxn id="256" idx="1"/>
          </p:cNvCxnSpPr>
          <p:nvPr/>
        </p:nvCxnSpPr>
        <p:spPr>
          <a:xfrm>
            <a:off x="3543120" y="2057040"/>
            <a:ext cx="552600" cy="34344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258" name=""/>
          <p:cNvCxnSpPr>
            <a:stCxn id="256" idx="2"/>
            <a:endCxn id="256" idx="3"/>
          </p:cNvCxnSpPr>
          <p:nvPr/>
        </p:nvCxnSpPr>
        <p:spPr>
          <a:xfrm flipH="1" flipV="1" rot="5400000">
            <a:off x="4780800" y="2286000"/>
            <a:ext cx="343080" cy="571680"/>
          </a:xfrm>
          <a:prstGeom prst="curvedConnector4">
            <a:avLst>
              <a:gd name="adj1" fmla="val -63550"/>
              <a:gd name="adj2" fmla="val 136735"/>
            </a:avLst>
          </a:prstGeom>
          <a:ln w="3816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259" name=""/>
          <p:cNvSpPr/>
          <p:nvPr/>
        </p:nvSpPr>
        <p:spPr>
          <a:xfrm>
            <a:off x="457200" y="4354560"/>
            <a:ext cx="914400" cy="21744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3520" tIns="38520" rIns="83520" bIns="38520" anchor="ctr" anchorCtr="1">
            <a:no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Laboratory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0" name=""/>
          <p:cNvCxnSpPr>
            <a:stCxn id="259" idx="0"/>
            <a:endCxn id="247" idx="2"/>
          </p:cNvCxnSpPr>
          <p:nvPr/>
        </p:nvCxnSpPr>
        <p:spPr>
          <a:xfrm flipV="1">
            <a:off x="914400" y="2971440"/>
            <a:ext cx="228960" cy="13834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261" name=""/>
          <p:cNvSpPr/>
          <p:nvPr/>
        </p:nvSpPr>
        <p:spPr>
          <a:xfrm>
            <a:off x="1371600" y="3429000"/>
            <a:ext cx="137124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Attached_to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2" name=""/>
          <p:cNvCxnSpPr>
            <a:stCxn id="259" idx="0"/>
            <a:endCxn id="261" idx="2"/>
          </p:cNvCxnSpPr>
          <p:nvPr/>
        </p:nvCxnSpPr>
        <p:spPr>
          <a:xfrm flipV="1">
            <a:off x="914400" y="3885840"/>
            <a:ext cx="1143360" cy="4690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263" name=""/>
          <p:cNvCxnSpPr>
            <a:stCxn id="240" idx="2"/>
            <a:endCxn id="261" idx="0"/>
          </p:cNvCxnSpPr>
          <p:nvPr/>
        </p:nvCxnSpPr>
        <p:spPr>
          <a:xfrm rot="5400000">
            <a:off x="1542600" y="1199880"/>
            <a:ext cx="2743920" cy="1714680"/>
          </a:xfrm>
          <a:prstGeom prst="curvedConnector3">
            <a:avLst>
              <a:gd name="adj1" fmla="val 25009"/>
            </a:avLst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64" name=""/>
          <p:cNvSpPr/>
          <p:nvPr/>
        </p:nvSpPr>
        <p:spPr>
          <a:xfrm>
            <a:off x="1828800" y="4354560"/>
            <a:ext cx="9140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5" name=""/>
          <p:cNvCxnSpPr>
            <a:stCxn id="259" idx="3"/>
            <a:endCxn id="264" idx="1"/>
          </p:cNvCxnSpPr>
          <p:nvPr/>
        </p:nvCxnSpPr>
        <p:spPr>
          <a:xfrm>
            <a:off x="1371600" y="4463280"/>
            <a:ext cx="457560" cy="11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266" name=""/>
          <p:cNvSpPr/>
          <p:nvPr/>
        </p:nvSpPr>
        <p:spPr>
          <a:xfrm>
            <a:off x="3200400" y="41148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Equipement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7" name=""/>
          <p:cNvCxnSpPr>
            <a:stCxn id="264" idx="3"/>
            <a:endCxn id="266" idx="1"/>
          </p:cNvCxnSpPr>
          <p:nvPr/>
        </p:nvCxnSpPr>
        <p:spPr>
          <a:xfrm flipV="1">
            <a:off x="2742840" y="4228920"/>
            <a:ext cx="457920" cy="24588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268" name=""/>
          <p:cNvSpPr/>
          <p:nvPr/>
        </p:nvSpPr>
        <p:spPr>
          <a:xfrm>
            <a:off x="3429000" y="4572000"/>
            <a:ext cx="685440" cy="228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9" name=""/>
          <p:cNvCxnSpPr>
            <a:stCxn id="266" idx="2"/>
            <a:endCxn id="268" idx="0"/>
          </p:cNvCxnSpPr>
          <p:nvPr/>
        </p:nvCxnSpPr>
        <p:spPr>
          <a:xfrm>
            <a:off x="3657600" y="4343040"/>
            <a:ext cx="114480" cy="2293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70" name=""/>
          <p:cNvSpPr/>
          <p:nvPr/>
        </p:nvSpPr>
        <p:spPr>
          <a:xfrm>
            <a:off x="2743200" y="50292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1" name=""/>
          <p:cNvCxnSpPr>
            <a:stCxn id="270" idx="0"/>
            <a:endCxn id="268" idx="3"/>
          </p:cNvCxnSpPr>
          <p:nvPr/>
        </p:nvCxnSpPr>
        <p:spPr>
          <a:xfrm flipV="1">
            <a:off x="3200400" y="4800240"/>
            <a:ext cx="571680" cy="2293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72" name=""/>
          <p:cNvSpPr/>
          <p:nvPr/>
        </p:nvSpPr>
        <p:spPr>
          <a:xfrm>
            <a:off x="3886200" y="50292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Fixed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3" name=""/>
          <p:cNvCxnSpPr>
            <a:stCxn id="272" idx="0"/>
          </p:cNvCxnSpPr>
          <p:nvPr/>
        </p:nvCxnSpPr>
        <p:spPr>
          <a:xfrm flipH="1" flipV="1">
            <a:off x="3772080" y="4800600"/>
            <a:ext cx="571680" cy="2289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74" name=""/>
          <p:cNvSpPr/>
          <p:nvPr/>
        </p:nvSpPr>
        <p:spPr>
          <a:xfrm>
            <a:off x="5029200" y="3755160"/>
            <a:ext cx="9140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5" name=""/>
          <p:cNvCxnSpPr>
            <a:stCxn id="266" idx="3"/>
            <a:endCxn id="274" idx="1"/>
          </p:cNvCxnSpPr>
          <p:nvPr/>
        </p:nvCxnSpPr>
        <p:spPr>
          <a:xfrm flipV="1">
            <a:off x="4114440" y="3875040"/>
            <a:ext cx="915120" cy="354240"/>
          </a:xfrm>
          <a:prstGeom prst="straightConnector1">
            <a:avLst/>
          </a:prstGeom>
          <a:ln w="1008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</p:cxnSp>
      <p:cxnSp>
        <p:nvCxnSpPr>
          <p:cNvPr id="276" name=""/>
          <p:cNvCxnSpPr>
            <a:stCxn id="240" idx="2"/>
            <a:endCxn id="274" idx="0"/>
          </p:cNvCxnSpPr>
          <p:nvPr/>
        </p:nvCxnSpPr>
        <p:spPr>
          <a:xfrm flipH="1" rot="16200000">
            <a:off x="3094200" y="1362600"/>
            <a:ext cx="3070080" cy="1715040"/>
          </a:xfrm>
          <a:prstGeom prst="curvedConnector3">
            <a:avLst>
              <a:gd name="adj1" fmla="val 100011"/>
            </a:avLst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77" name=""/>
          <p:cNvSpPr/>
          <p:nvPr/>
        </p:nvSpPr>
        <p:spPr>
          <a:xfrm>
            <a:off x="4572000" y="4560840"/>
            <a:ext cx="15998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Correspond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8" name=""/>
          <p:cNvCxnSpPr>
            <a:endCxn id="277" idx="1"/>
          </p:cNvCxnSpPr>
          <p:nvPr/>
        </p:nvCxnSpPr>
        <p:spPr>
          <a:xfrm>
            <a:off x="4114800" y="4228920"/>
            <a:ext cx="457560" cy="452160"/>
          </a:xfrm>
          <a:prstGeom prst="straightConnector1">
            <a:avLst/>
          </a:prstGeom>
          <a:ln w="1008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279" name=""/>
          <p:cNvSpPr/>
          <p:nvPr/>
        </p:nvSpPr>
        <p:spPr>
          <a:xfrm>
            <a:off x="6629400" y="4800600"/>
            <a:ext cx="91404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Equipem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ent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0" name=""/>
          <p:cNvCxnSpPr>
            <a:stCxn id="277" idx="3"/>
            <a:endCxn id="279" idx="1"/>
          </p:cNvCxnSpPr>
          <p:nvPr/>
        </p:nvCxnSpPr>
        <p:spPr>
          <a:xfrm>
            <a:off x="6171840" y="4680720"/>
            <a:ext cx="457920" cy="3488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81" name=""/>
          <p:cNvSpPr/>
          <p:nvPr/>
        </p:nvSpPr>
        <p:spPr>
          <a:xfrm>
            <a:off x="6858000" y="11430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j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4800600" y="903240"/>
            <a:ext cx="13712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Contribut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3" name=""/>
          <p:cNvCxnSpPr>
            <a:stCxn id="281" idx="1"/>
            <a:endCxn id="282" idx="3"/>
          </p:cNvCxnSpPr>
          <p:nvPr/>
        </p:nvCxnSpPr>
        <p:spPr>
          <a:xfrm flipH="1" flipV="1">
            <a:off x="6171840" y="1023120"/>
            <a:ext cx="686520" cy="23436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284" name=""/>
          <p:cNvCxnSpPr>
            <a:stCxn id="282" idx="1"/>
            <a:endCxn id="240" idx="3"/>
          </p:cNvCxnSpPr>
          <p:nvPr/>
        </p:nvCxnSpPr>
        <p:spPr>
          <a:xfrm flipH="1" flipV="1">
            <a:off x="4114440" y="571320"/>
            <a:ext cx="686520" cy="4521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85" name=""/>
          <p:cNvSpPr/>
          <p:nvPr/>
        </p:nvSpPr>
        <p:spPr>
          <a:xfrm>
            <a:off x="5029200" y="1469160"/>
            <a:ext cx="13712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Funds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6" name=""/>
          <p:cNvCxnSpPr>
            <a:stCxn id="281" idx="1"/>
            <a:endCxn id="285" idx="3"/>
          </p:cNvCxnSpPr>
          <p:nvPr/>
        </p:nvCxnSpPr>
        <p:spPr>
          <a:xfrm flipH="1">
            <a:off x="6400440" y="1257120"/>
            <a:ext cx="457920" cy="3322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287" name=""/>
          <p:cNvCxnSpPr>
            <a:stCxn id="285" idx="1"/>
          </p:cNvCxnSpPr>
          <p:nvPr/>
        </p:nvCxnSpPr>
        <p:spPr>
          <a:xfrm flipH="1" flipV="1">
            <a:off x="4114800" y="571320"/>
            <a:ext cx="914760" cy="101808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88" name=""/>
          <p:cNvSpPr/>
          <p:nvPr/>
        </p:nvSpPr>
        <p:spPr>
          <a:xfrm>
            <a:off x="5715000" y="2286360"/>
            <a:ext cx="68580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Budget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9" name=""/>
          <p:cNvCxnSpPr>
            <a:stCxn id="288" idx="0"/>
            <a:endCxn id="285" idx="2"/>
          </p:cNvCxnSpPr>
          <p:nvPr/>
        </p:nvCxnSpPr>
        <p:spPr>
          <a:xfrm flipH="1" flipV="1">
            <a:off x="5715000" y="1708560"/>
            <a:ext cx="343440" cy="57816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290" name=""/>
          <p:cNvSpPr/>
          <p:nvPr/>
        </p:nvSpPr>
        <p:spPr>
          <a:xfrm>
            <a:off x="5943600" y="3429000"/>
            <a:ext cx="13712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1" name=""/>
          <p:cNvCxnSpPr>
            <a:stCxn id="288" idx="2"/>
            <a:endCxn id="290" idx="0"/>
          </p:cNvCxnSpPr>
          <p:nvPr/>
        </p:nvCxnSpPr>
        <p:spPr>
          <a:xfrm>
            <a:off x="6058080" y="2514600"/>
            <a:ext cx="571680" cy="9147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292" name=""/>
          <p:cNvCxnSpPr>
            <a:stCxn id="290" idx="1"/>
            <a:endCxn id="250" idx="2"/>
          </p:cNvCxnSpPr>
          <p:nvPr/>
        </p:nvCxnSpPr>
        <p:spPr>
          <a:xfrm rot="10800000">
            <a:off x="3448800" y="3428640"/>
            <a:ext cx="2495160" cy="120600"/>
          </a:xfrm>
          <a:prstGeom prst="curvedConnector2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93" name=""/>
          <p:cNvSpPr/>
          <p:nvPr/>
        </p:nvSpPr>
        <p:spPr>
          <a:xfrm>
            <a:off x="7772400" y="4561200"/>
            <a:ext cx="15998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Requires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4" name=""/>
          <p:cNvCxnSpPr>
            <a:stCxn id="293" idx="3"/>
            <a:endCxn id="279" idx="3"/>
          </p:cNvCxnSpPr>
          <p:nvPr/>
        </p:nvCxnSpPr>
        <p:spPr>
          <a:xfrm flipH="1">
            <a:off x="7543440" y="4681080"/>
            <a:ext cx="1829160" cy="34848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295" name=""/>
          <p:cNvSpPr/>
          <p:nvPr/>
        </p:nvSpPr>
        <p:spPr>
          <a:xfrm>
            <a:off x="8001360" y="38862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Certificat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6" name=""/>
          <p:cNvCxnSpPr>
            <a:stCxn id="295" idx="2"/>
            <a:endCxn id="293" idx="0"/>
          </p:cNvCxnSpPr>
          <p:nvPr/>
        </p:nvCxnSpPr>
        <p:spPr>
          <a:xfrm>
            <a:off x="8458560" y="4114440"/>
            <a:ext cx="114120" cy="4471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97" name=""/>
          <p:cNvSpPr/>
          <p:nvPr/>
        </p:nvSpPr>
        <p:spPr>
          <a:xfrm>
            <a:off x="7543800" y="3418200"/>
            <a:ext cx="15998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Holds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8" name=""/>
          <p:cNvCxnSpPr>
            <a:stCxn id="295" idx="0"/>
            <a:endCxn id="297" idx="2"/>
          </p:cNvCxnSpPr>
          <p:nvPr/>
        </p:nvCxnSpPr>
        <p:spPr>
          <a:xfrm flipH="1" flipV="1">
            <a:off x="8343720" y="3657600"/>
            <a:ext cx="115200" cy="2289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299" name=""/>
          <p:cNvCxnSpPr>
            <a:stCxn id="297" idx="0"/>
            <a:endCxn id="240" idx="2"/>
          </p:cNvCxnSpPr>
          <p:nvPr/>
        </p:nvCxnSpPr>
        <p:spPr>
          <a:xfrm flipV="1" rot="16200000">
            <a:off x="4691520" y="-234360"/>
            <a:ext cx="2733120" cy="4572360"/>
          </a:xfrm>
          <a:prstGeom prst="curvedConnector3">
            <a:avLst>
              <a:gd name="adj1" fmla="val 24990"/>
            </a:avLst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"/>
          <p:cNvSpPr/>
          <p:nvPr/>
        </p:nvSpPr>
        <p:spPr>
          <a:xfrm>
            <a:off x="3886560" y="2286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2763000" y="1143000"/>
            <a:ext cx="685440" cy="228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2" name=""/>
          <p:cNvCxnSpPr>
            <a:stCxn id="300" idx="1"/>
            <a:endCxn id="301" idx="0"/>
          </p:cNvCxnSpPr>
          <p:nvPr/>
        </p:nvCxnSpPr>
        <p:spPr>
          <a:xfrm flipH="1">
            <a:off x="3105720" y="342720"/>
            <a:ext cx="781200" cy="8006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03" name=""/>
          <p:cNvSpPr/>
          <p:nvPr/>
        </p:nvSpPr>
        <p:spPr>
          <a:xfrm>
            <a:off x="1848600" y="18288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Student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4" name=""/>
          <p:cNvCxnSpPr>
            <a:stCxn id="303" idx="0"/>
            <a:endCxn id="301" idx="2"/>
          </p:cNvCxnSpPr>
          <p:nvPr/>
        </p:nvCxnSpPr>
        <p:spPr>
          <a:xfrm flipV="1">
            <a:off x="2191320" y="1371240"/>
            <a:ext cx="57204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05" name=""/>
          <p:cNvSpPr/>
          <p:nvPr/>
        </p:nvSpPr>
        <p:spPr>
          <a:xfrm>
            <a:off x="2971800" y="171468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6" name=""/>
          <p:cNvCxnSpPr>
            <a:stCxn id="305" idx="0"/>
            <a:endCxn id="301" idx="4"/>
          </p:cNvCxnSpPr>
          <p:nvPr/>
        </p:nvCxnSpPr>
        <p:spPr>
          <a:xfrm flipV="1">
            <a:off x="3314520" y="1371240"/>
            <a:ext cx="134280" cy="34380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07" name=""/>
          <p:cNvSpPr/>
          <p:nvPr/>
        </p:nvSpPr>
        <p:spPr>
          <a:xfrm>
            <a:off x="457200" y="2514600"/>
            <a:ext cx="137124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Supervised_By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3200400" y="2514600"/>
            <a:ext cx="685440" cy="228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9" name=""/>
          <p:cNvCxnSpPr>
            <a:stCxn id="305" idx="2"/>
            <a:endCxn id="308" idx="0"/>
          </p:cNvCxnSpPr>
          <p:nvPr/>
        </p:nvCxnSpPr>
        <p:spPr>
          <a:xfrm>
            <a:off x="3314520" y="1942920"/>
            <a:ext cx="228960" cy="5720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10" name=""/>
          <p:cNvSpPr/>
          <p:nvPr/>
        </p:nvSpPr>
        <p:spPr>
          <a:xfrm>
            <a:off x="2991600" y="32004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1" name=""/>
          <p:cNvCxnSpPr>
            <a:stCxn id="310" idx="0"/>
            <a:endCxn id="308" idx="2"/>
          </p:cNvCxnSpPr>
          <p:nvPr/>
        </p:nvCxnSpPr>
        <p:spPr>
          <a:xfrm flipH="1" flipV="1">
            <a:off x="3200400" y="2742840"/>
            <a:ext cx="24876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12" name=""/>
          <p:cNvSpPr/>
          <p:nvPr/>
        </p:nvSpPr>
        <p:spPr>
          <a:xfrm>
            <a:off x="4343400" y="3200400"/>
            <a:ext cx="11426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Non 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3" name=""/>
          <p:cNvCxnSpPr>
            <a:stCxn id="312" idx="0"/>
            <a:endCxn id="308" idx="4"/>
          </p:cNvCxnSpPr>
          <p:nvPr/>
        </p:nvCxnSpPr>
        <p:spPr>
          <a:xfrm flipH="1" flipV="1">
            <a:off x="3885840" y="2742840"/>
            <a:ext cx="102924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314" name=""/>
          <p:cNvCxnSpPr>
            <a:stCxn id="307" idx="0"/>
            <a:endCxn id="303" idx="2"/>
          </p:cNvCxnSpPr>
          <p:nvPr/>
        </p:nvCxnSpPr>
        <p:spPr>
          <a:xfrm flipV="1">
            <a:off x="1143000" y="2057040"/>
            <a:ext cx="1048680" cy="4579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315" name=""/>
          <p:cNvCxnSpPr>
            <a:stCxn id="307" idx="2"/>
            <a:endCxn id="310" idx="1"/>
          </p:cNvCxnSpPr>
          <p:nvPr/>
        </p:nvCxnSpPr>
        <p:spPr>
          <a:xfrm>
            <a:off x="1143000" y="2971440"/>
            <a:ext cx="1848960" cy="3434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316" name=""/>
          <p:cNvSpPr/>
          <p:nvPr/>
        </p:nvSpPr>
        <p:spPr>
          <a:xfrm>
            <a:off x="4095360" y="2457360"/>
            <a:ext cx="1142640" cy="2854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Reports_To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7" name=""/>
          <p:cNvCxnSpPr>
            <a:stCxn id="305" idx="3"/>
            <a:endCxn id="316" idx="1"/>
          </p:cNvCxnSpPr>
          <p:nvPr/>
        </p:nvCxnSpPr>
        <p:spPr>
          <a:xfrm>
            <a:off x="3657240" y="1828800"/>
            <a:ext cx="438480" cy="77184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318" name=""/>
          <p:cNvCxnSpPr>
            <a:stCxn id="316" idx="2"/>
            <a:endCxn id="316" idx="3"/>
          </p:cNvCxnSpPr>
          <p:nvPr/>
        </p:nvCxnSpPr>
        <p:spPr>
          <a:xfrm flipH="1" flipV="1" rot="5400000">
            <a:off x="4880880" y="2386080"/>
            <a:ext cx="142920" cy="571680"/>
          </a:xfrm>
          <a:prstGeom prst="curvedConnector4">
            <a:avLst>
              <a:gd name="adj1" fmla="val -152777"/>
              <a:gd name="adj2" fmla="val 136735"/>
            </a:avLst>
          </a:prstGeom>
          <a:ln w="3816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319" name=""/>
          <p:cNvSpPr/>
          <p:nvPr/>
        </p:nvSpPr>
        <p:spPr>
          <a:xfrm>
            <a:off x="457200" y="4354560"/>
            <a:ext cx="914400" cy="21744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3520" tIns="38520" rIns="83520" bIns="38520" anchor="ctr" anchorCtr="1">
            <a:no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Laboratory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0" name=""/>
          <p:cNvCxnSpPr>
            <a:stCxn id="319" idx="0"/>
            <a:endCxn id="307" idx="2"/>
          </p:cNvCxnSpPr>
          <p:nvPr/>
        </p:nvCxnSpPr>
        <p:spPr>
          <a:xfrm flipV="1">
            <a:off x="914400" y="2971440"/>
            <a:ext cx="228960" cy="13834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321" name=""/>
          <p:cNvSpPr/>
          <p:nvPr/>
        </p:nvSpPr>
        <p:spPr>
          <a:xfrm>
            <a:off x="1371600" y="3429000"/>
            <a:ext cx="137124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Attached_to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2" name=""/>
          <p:cNvCxnSpPr>
            <a:stCxn id="319" idx="0"/>
            <a:endCxn id="321" idx="2"/>
          </p:cNvCxnSpPr>
          <p:nvPr/>
        </p:nvCxnSpPr>
        <p:spPr>
          <a:xfrm flipV="1">
            <a:off x="914400" y="3885840"/>
            <a:ext cx="1143360" cy="4690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323" name=""/>
          <p:cNvCxnSpPr>
            <a:stCxn id="300" idx="2"/>
            <a:endCxn id="321" idx="0"/>
          </p:cNvCxnSpPr>
          <p:nvPr/>
        </p:nvCxnSpPr>
        <p:spPr>
          <a:xfrm rot="5400000">
            <a:off x="1657080" y="857160"/>
            <a:ext cx="2972520" cy="2172240"/>
          </a:xfrm>
          <a:prstGeom prst="curvedConnector3">
            <a:avLst>
              <a:gd name="adj1" fmla="val 26925"/>
            </a:avLst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24" name=""/>
          <p:cNvSpPr/>
          <p:nvPr/>
        </p:nvSpPr>
        <p:spPr>
          <a:xfrm>
            <a:off x="1828800" y="4354560"/>
            <a:ext cx="9140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5" name=""/>
          <p:cNvCxnSpPr>
            <a:stCxn id="319" idx="3"/>
            <a:endCxn id="324" idx="1"/>
          </p:cNvCxnSpPr>
          <p:nvPr/>
        </p:nvCxnSpPr>
        <p:spPr>
          <a:xfrm>
            <a:off x="1371600" y="4463280"/>
            <a:ext cx="457560" cy="11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326" name=""/>
          <p:cNvSpPr/>
          <p:nvPr/>
        </p:nvSpPr>
        <p:spPr>
          <a:xfrm>
            <a:off x="3200400" y="41148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Equipement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7" name=""/>
          <p:cNvCxnSpPr>
            <a:stCxn id="324" idx="3"/>
            <a:endCxn id="326" idx="1"/>
          </p:cNvCxnSpPr>
          <p:nvPr/>
        </p:nvCxnSpPr>
        <p:spPr>
          <a:xfrm flipV="1">
            <a:off x="2742840" y="4228920"/>
            <a:ext cx="457920" cy="24588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328" name=""/>
          <p:cNvSpPr/>
          <p:nvPr/>
        </p:nvSpPr>
        <p:spPr>
          <a:xfrm>
            <a:off x="3429000" y="4572000"/>
            <a:ext cx="685440" cy="228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9" name=""/>
          <p:cNvCxnSpPr>
            <a:stCxn id="326" idx="2"/>
            <a:endCxn id="328" idx="0"/>
          </p:cNvCxnSpPr>
          <p:nvPr/>
        </p:nvCxnSpPr>
        <p:spPr>
          <a:xfrm>
            <a:off x="3657600" y="4343040"/>
            <a:ext cx="114480" cy="2293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30" name=""/>
          <p:cNvSpPr/>
          <p:nvPr/>
        </p:nvSpPr>
        <p:spPr>
          <a:xfrm>
            <a:off x="2743200" y="50292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1" name=""/>
          <p:cNvCxnSpPr>
            <a:stCxn id="330" idx="0"/>
            <a:endCxn id="328" idx="3"/>
          </p:cNvCxnSpPr>
          <p:nvPr/>
        </p:nvCxnSpPr>
        <p:spPr>
          <a:xfrm flipV="1">
            <a:off x="3200400" y="4800240"/>
            <a:ext cx="571680" cy="2293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32" name=""/>
          <p:cNvSpPr/>
          <p:nvPr/>
        </p:nvSpPr>
        <p:spPr>
          <a:xfrm>
            <a:off x="3886200" y="50292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Fixed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3" name=""/>
          <p:cNvCxnSpPr>
            <a:stCxn id="332" idx="0"/>
          </p:cNvCxnSpPr>
          <p:nvPr/>
        </p:nvCxnSpPr>
        <p:spPr>
          <a:xfrm flipH="1" flipV="1">
            <a:off x="3772080" y="4800600"/>
            <a:ext cx="571680" cy="2289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34" name=""/>
          <p:cNvSpPr/>
          <p:nvPr/>
        </p:nvSpPr>
        <p:spPr>
          <a:xfrm>
            <a:off x="4800600" y="4114800"/>
            <a:ext cx="9140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5" name=""/>
          <p:cNvCxnSpPr>
            <a:stCxn id="326" idx="3"/>
            <a:endCxn id="334" idx="1"/>
          </p:cNvCxnSpPr>
          <p:nvPr/>
        </p:nvCxnSpPr>
        <p:spPr>
          <a:xfrm>
            <a:off x="4114440" y="4228920"/>
            <a:ext cx="686520" cy="6120"/>
          </a:xfrm>
          <a:prstGeom prst="straightConnector1">
            <a:avLst/>
          </a:prstGeom>
          <a:ln w="100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336" name=""/>
          <p:cNvCxnSpPr>
            <a:stCxn id="300" idx="2"/>
            <a:endCxn id="334" idx="0"/>
          </p:cNvCxnSpPr>
          <p:nvPr/>
        </p:nvCxnSpPr>
        <p:spPr>
          <a:xfrm flipH="1" rot="16200000">
            <a:off x="2914560" y="1771200"/>
            <a:ext cx="3658320" cy="1028880"/>
          </a:xfrm>
          <a:prstGeom prst="curvedConnector3">
            <a:avLst>
              <a:gd name="adj1" fmla="val 91969"/>
            </a:avLst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37" name=""/>
          <p:cNvSpPr/>
          <p:nvPr/>
        </p:nvSpPr>
        <p:spPr>
          <a:xfrm>
            <a:off x="4572000" y="4560840"/>
            <a:ext cx="15998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8" name=""/>
          <p:cNvCxnSpPr>
            <a:stCxn id="326" idx="3"/>
            <a:endCxn id="337" idx="1"/>
          </p:cNvCxnSpPr>
          <p:nvPr/>
        </p:nvCxnSpPr>
        <p:spPr>
          <a:xfrm>
            <a:off x="4114440" y="4228920"/>
            <a:ext cx="457920" cy="452160"/>
          </a:xfrm>
          <a:prstGeom prst="straightConnector1">
            <a:avLst/>
          </a:prstGeom>
          <a:ln w="100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39" name=""/>
          <p:cNvSpPr/>
          <p:nvPr/>
        </p:nvSpPr>
        <p:spPr>
          <a:xfrm>
            <a:off x="6629400" y="4800600"/>
            <a:ext cx="91404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pem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ent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0" name=""/>
          <p:cNvCxnSpPr>
            <a:stCxn id="337" idx="3"/>
            <a:endCxn id="339" idx="1"/>
          </p:cNvCxnSpPr>
          <p:nvPr/>
        </p:nvCxnSpPr>
        <p:spPr>
          <a:xfrm>
            <a:off x="6171840" y="4680720"/>
            <a:ext cx="457920" cy="3488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41" name=""/>
          <p:cNvSpPr/>
          <p:nvPr/>
        </p:nvSpPr>
        <p:spPr>
          <a:xfrm>
            <a:off x="6858000" y="11430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j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4800600" y="903240"/>
            <a:ext cx="13712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3" name=""/>
          <p:cNvCxnSpPr>
            <a:stCxn id="341" idx="1"/>
            <a:endCxn id="342" idx="3"/>
          </p:cNvCxnSpPr>
          <p:nvPr/>
        </p:nvCxnSpPr>
        <p:spPr>
          <a:xfrm flipH="1" flipV="1">
            <a:off x="6171840" y="1023120"/>
            <a:ext cx="686520" cy="23436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344" name=""/>
          <p:cNvCxnSpPr>
            <a:stCxn id="342" idx="1"/>
            <a:endCxn id="300" idx="3"/>
          </p:cNvCxnSpPr>
          <p:nvPr/>
        </p:nvCxnSpPr>
        <p:spPr>
          <a:xfrm flipH="1" flipV="1">
            <a:off x="4572000" y="342720"/>
            <a:ext cx="228960" cy="6807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45" name=""/>
          <p:cNvSpPr/>
          <p:nvPr/>
        </p:nvSpPr>
        <p:spPr>
          <a:xfrm>
            <a:off x="5029200" y="1469160"/>
            <a:ext cx="13712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Funds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6" name=""/>
          <p:cNvCxnSpPr>
            <a:stCxn id="341" idx="1"/>
            <a:endCxn id="345" idx="3"/>
          </p:cNvCxnSpPr>
          <p:nvPr/>
        </p:nvCxnSpPr>
        <p:spPr>
          <a:xfrm flipH="1">
            <a:off x="6400440" y="1257120"/>
            <a:ext cx="457920" cy="3322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347" name=""/>
          <p:cNvCxnSpPr>
            <a:stCxn id="345" idx="1"/>
            <a:endCxn id="300" idx="2"/>
          </p:cNvCxnSpPr>
          <p:nvPr/>
        </p:nvCxnSpPr>
        <p:spPr>
          <a:xfrm flipH="1" flipV="1">
            <a:off x="4229280" y="456840"/>
            <a:ext cx="800280" cy="113256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48" name=""/>
          <p:cNvSpPr/>
          <p:nvPr/>
        </p:nvSpPr>
        <p:spPr>
          <a:xfrm>
            <a:off x="5486400" y="2286360"/>
            <a:ext cx="68580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Budget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9" name=""/>
          <p:cNvCxnSpPr>
            <a:stCxn id="348" idx="0"/>
            <a:endCxn id="345" idx="2"/>
          </p:cNvCxnSpPr>
          <p:nvPr/>
        </p:nvCxnSpPr>
        <p:spPr>
          <a:xfrm flipH="1" flipV="1">
            <a:off x="5715000" y="1708560"/>
            <a:ext cx="114840" cy="57816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350" name=""/>
          <p:cNvSpPr/>
          <p:nvPr/>
        </p:nvSpPr>
        <p:spPr>
          <a:xfrm>
            <a:off x="5257800" y="3646800"/>
            <a:ext cx="13712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1" name=""/>
          <p:cNvCxnSpPr>
            <a:stCxn id="348" idx="2"/>
            <a:endCxn id="350" idx="0"/>
          </p:cNvCxnSpPr>
          <p:nvPr/>
        </p:nvCxnSpPr>
        <p:spPr>
          <a:xfrm>
            <a:off x="5829480" y="2514600"/>
            <a:ext cx="114480" cy="11325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352" name=""/>
          <p:cNvCxnSpPr>
            <a:stCxn id="350" idx="1"/>
            <a:endCxn id="310" idx="2"/>
          </p:cNvCxnSpPr>
          <p:nvPr/>
        </p:nvCxnSpPr>
        <p:spPr>
          <a:xfrm rot="10800000">
            <a:off x="3448440" y="3428280"/>
            <a:ext cx="1809360" cy="338400"/>
          </a:xfrm>
          <a:prstGeom prst="curvedConnector2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53" name=""/>
          <p:cNvSpPr/>
          <p:nvPr/>
        </p:nvSpPr>
        <p:spPr>
          <a:xfrm>
            <a:off x="7772400" y="4561200"/>
            <a:ext cx="15998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Requires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4" name=""/>
          <p:cNvCxnSpPr>
            <a:stCxn id="353" idx="3"/>
            <a:endCxn id="339" idx="3"/>
          </p:cNvCxnSpPr>
          <p:nvPr/>
        </p:nvCxnSpPr>
        <p:spPr>
          <a:xfrm flipH="1">
            <a:off x="7543440" y="4681080"/>
            <a:ext cx="1829160" cy="34848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355" name=""/>
          <p:cNvSpPr/>
          <p:nvPr/>
        </p:nvSpPr>
        <p:spPr>
          <a:xfrm>
            <a:off x="8001360" y="38862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Cert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ifica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tion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6" name=""/>
          <p:cNvCxnSpPr>
            <a:stCxn id="355" idx="2"/>
            <a:endCxn id="353" idx="0"/>
          </p:cNvCxnSpPr>
          <p:nvPr/>
        </p:nvCxnSpPr>
        <p:spPr>
          <a:xfrm>
            <a:off x="8458560" y="4114440"/>
            <a:ext cx="114120" cy="4471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57" name=""/>
          <p:cNvSpPr/>
          <p:nvPr/>
        </p:nvSpPr>
        <p:spPr>
          <a:xfrm>
            <a:off x="8001360" y="3429000"/>
            <a:ext cx="15998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8" name=""/>
          <p:cNvCxnSpPr>
            <a:stCxn id="355" idx="0"/>
            <a:endCxn id="357" idx="2"/>
          </p:cNvCxnSpPr>
          <p:nvPr/>
        </p:nvCxnSpPr>
        <p:spPr>
          <a:xfrm flipV="1">
            <a:off x="8458560" y="3668400"/>
            <a:ext cx="343080" cy="2181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359" name=""/>
          <p:cNvCxnSpPr>
            <a:stCxn id="357" idx="0"/>
            <a:endCxn id="300" idx="2"/>
          </p:cNvCxnSpPr>
          <p:nvPr/>
        </p:nvCxnSpPr>
        <p:spPr>
          <a:xfrm flipV="1" rot="16200000">
            <a:off x="5029200" y="-343080"/>
            <a:ext cx="2972520" cy="4572360"/>
          </a:xfrm>
          <a:prstGeom prst="curvedConnector3">
            <a:avLst>
              <a:gd name="adj1" fmla="val 25000"/>
            </a:avLst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60" name=""/>
          <p:cNvSpPr/>
          <p:nvPr/>
        </p:nvSpPr>
        <p:spPr>
          <a:xfrm>
            <a:off x="6400800" y="4115160"/>
            <a:ext cx="91440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Reservation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1" name=""/>
          <p:cNvCxnSpPr>
            <a:stCxn id="334" idx="3"/>
            <a:endCxn id="360" idx="1"/>
          </p:cNvCxnSpPr>
          <p:nvPr/>
        </p:nvCxnSpPr>
        <p:spPr>
          <a:xfrm flipV="1">
            <a:off x="5714640" y="4229280"/>
            <a:ext cx="686520" cy="5760"/>
          </a:xfrm>
          <a:prstGeom prst="bentConnector3">
            <a:avLst>
              <a:gd name="adj1" fmla="val 50000"/>
            </a:avLst>
          </a:prstGeom>
          <a:ln w="29160">
            <a:solidFill>
              <a:srgbClr val="000000"/>
            </a:solidFill>
            <a:round/>
          </a:ln>
        </p:spPr>
      </p:cxnSp>
      <p:sp>
        <p:nvSpPr>
          <p:cNvPr id="362" name=""/>
          <p:cNvSpPr/>
          <p:nvPr/>
        </p:nvSpPr>
        <p:spPr>
          <a:xfrm>
            <a:off x="5943600" y="2743560"/>
            <a:ext cx="1600200" cy="2282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Maintainance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3" name=""/>
          <p:cNvCxnSpPr>
            <a:stCxn id="326" idx="3"/>
            <a:endCxn id="362" idx="2"/>
          </p:cNvCxnSpPr>
          <p:nvPr/>
        </p:nvCxnSpPr>
        <p:spPr>
          <a:xfrm flipV="1">
            <a:off x="4114440" y="2971800"/>
            <a:ext cx="2629800" cy="125748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364" name=""/>
          <p:cNvCxnSpPr>
            <a:stCxn id="305" idx="3"/>
            <a:endCxn id="362" idx="1"/>
          </p:cNvCxnSpPr>
          <p:nvPr/>
        </p:nvCxnSpPr>
        <p:spPr>
          <a:xfrm>
            <a:off x="3657240" y="1828800"/>
            <a:ext cx="2286720" cy="1029240"/>
          </a:xfrm>
          <a:prstGeom prst="curvedConnector3">
            <a:avLst>
              <a:gd name="adj1" fmla="val 100000"/>
            </a:avLst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65" name=""/>
          <p:cNvSpPr/>
          <p:nvPr/>
        </p:nvSpPr>
        <p:spPr>
          <a:xfrm>
            <a:off x="6743880" y="3657600"/>
            <a:ext cx="914040" cy="4572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Can make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6" name=""/>
          <p:cNvCxnSpPr>
            <a:stCxn id="300" idx="3"/>
            <a:endCxn id="365" idx="1"/>
          </p:cNvCxnSpPr>
          <p:nvPr/>
        </p:nvCxnSpPr>
        <p:spPr>
          <a:xfrm>
            <a:off x="4572000" y="342720"/>
            <a:ext cx="2172240" cy="3543840"/>
          </a:xfrm>
          <a:prstGeom prst="curvedConnector3">
            <a:avLst>
              <a:gd name="adj1" fmla="val 50008"/>
            </a:avLst>
          </a:prstGeom>
          <a:ln w="6480">
            <a:solidFill>
              <a:srgbClr val="000000"/>
            </a:solidFill>
            <a:round/>
          </a:ln>
        </p:spPr>
      </p:cxnSp>
      <p:cxnSp>
        <p:nvCxnSpPr>
          <p:cNvPr id="367" name=""/>
          <p:cNvCxnSpPr>
            <a:stCxn id="365" idx="3"/>
            <a:endCxn id="360" idx="3"/>
          </p:cNvCxnSpPr>
          <p:nvPr/>
        </p:nvCxnSpPr>
        <p:spPr>
          <a:xfrm flipH="1">
            <a:off x="7315200" y="3886200"/>
            <a:ext cx="343080" cy="343440"/>
          </a:xfrm>
          <a:prstGeom prst="bentConnector3">
            <a:avLst>
              <a:gd name="adj1" fmla="val -52521"/>
            </a:avLst>
          </a:prstGeom>
          <a:ln w="29160">
            <a:solidFill>
              <a:srgbClr val="000000"/>
            </a:solidFill>
            <a:round/>
            <a:headEnd len="med" type="triangle" w="med"/>
          </a:ln>
        </p:spPr>
      </p:cxnSp>
      <p:sp>
        <p:nvSpPr>
          <p:cNvPr id="368" name=""/>
          <p:cNvSpPr/>
          <p:nvPr/>
        </p:nvSpPr>
        <p:spPr>
          <a:xfrm>
            <a:off x="6172200" y="3200400"/>
            <a:ext cx="1371600" cy="2286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Approves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9" name=""/>
          <p:cNvCxnSpPr>
            <a:stCxn id="300" idx="2"/>
            <a:endCxn id="368" idx="1"/>
          </p:cNvCxnSpPr>
          <p:nvPr/>
        </p:nvCxnSpPr>
        <p:spPr>
          <a:xfrm flipH="1" rot="16200000">
            <a:off x="3771720" y="914040"/>
            <a:ext cx="2858400" cy="1943280"/>
          </a:xfrm>
          <a:prstGeom prst="curvedConnector2">
            <a:avLst/>
          </a:prstGeom>
          <a:ln w="6480">
            <a:solidFill>
              <a:srgbClr val="000000"/>
            </a:solidFill>
            <a:round/>
          </a:ln>
        </p:spPr>
      </p:cxnSp>
      <p:cxnSp>
        <p:nvCxnSpPr>
          <p:cNvPr id="370" name=""/>
          <p:cNvCxnSpPr>
            <a:stCxn id="368" idx="3"/>
          </p:cNvCxnSpPr>
          <p:nvPr/>
        </p:nvCxnSpPr>
        <p:spPr>
          <a:xfrm flipH="1">
            <a:off x="7315200" y="3314880"/>
            <a:ext cx="228960" cy="914760"/>
          </a:xfrm>
          <a:prstGeom prst="bentConnector3">
            <a:avLst>
              <a:gd name="adj1" fmla="val -78740"/>
            </a:avLst>
          </a:prstGeom>
          <a:ln w="29160">
            <a:solidFill>
              <a:srgbClr val="000000"/>
            </a:solidFill>
            <a:round/>
            <a:head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"/>
          <p:cNvSpPr/>
          <p:nvPr/>
        </p:nvSpPr>
        <p:spPr>
          <a:xfrm>
            <a:off x="3886560" y="2286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2763000" y="1143000"/>
            <a:ext cx="685440" cy="228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3" name=""/>
          <p:cNvCxnSpPr>
            <a:stCxn id="371" idx="1"/>
            <a:endCxn id="372" idx="0"/>
          </p:cNvCxnSpPr>
          <p:nvPr/>
        </p:nvCxnSpPr>
        <p:spPr>
          <a:xfrm flipH="1">
            <a:off x="3105720" y="342720"/>
            <a:ext cx="781200" cy="8006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74" name=""/>
          <p:cNvSpPr/>
          <p:nvPr/>
        </p:nvSpPr>
        <p:spPr>
          <a:xfrm>
            <a:off x="1848600" y="18288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Student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5" name=""/>
          <p:cNvCxnSpPr>
            <a:stCxn id="374" idx="0"/>
            <a:endCxn id="372" idx="2"/>
          </p:cNvCxnSpPr>
          <p:nvPr/>
        </p:nvCxnSpPr>
        <p:spPr>
          <a:xfrm flipV="1">
            <a:off x="2191320" y="1371240"/>
            <a:ext cx="57204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76" name=""/>
          <p:cNvSpPr/>
          <p:nvPr/>
        </p:nvSpPr>
        <p:spPr>
          <a:xfrm>
            <a:off x="2971800" y="171468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7" name=""/>
          <p:cNvCxnSpPr>
            <a:stCxn id="376" idx="0"/>
            <a:endCxn id="372" idx="4"/>
          </p:cNvCxnSpPr>
          <p:nvPr/>
        </p:nvCxnSpPr>
        <p:spPr>
          <a:xfrm flipV="1">
            <a:off x="3314520" y="1371240"/>
            <a:ext cx="134280" cy="34380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78" name=""/>
          <p:cNvSpPr/>
          <p:nvPr/>
        </p:nvSpPr>
        <p:spPr>
          <a:xfrm>
            <a:off x="457200" y="2514600"/>
            <a:ext cx="137124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Supervised_By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3200400" y="2514600"/>
            <a:ext cx="685440" cy="228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0" name=""/>
          <p:cNvCxnSpPr>
            <a:stCxn id="376" idx="2"/>
            <a:endCxn id="379" idx="0"/>
          </p:cNvCxnSpPr>
          <p:nvPr/>
        </p:nvCxnSpPr>
        <p:spPr>
          <a:xfrm>
            <a:off x="3314520" y="1942920"/>
            <a:ext cx="228960" cy="5720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81" name=""/>
          <p:cNvSpPr/>
          <p:nvPr/>
        </p:nvSpPr>
        <p:spPr>
          <a:xfrm>
            <a:off x="2991600" y="32004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2" name=""/>
          <p:cNvCxnSpPr>
            <a:stCxn id="381" idx="0"/>
            <a:endCxn id="379" idx="2"/>
          </p:cNvCxnSpPr>
          <p:nvPr/>
        </p:nvCxnSpPr>
        <p:spPr>
          <a:xfrm flipH="1" flipV="1">
            <a:off x="3200400" y="2742840"/>
            <a:ext cx="24876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83" name=""/>
          <p:cNvSpPr/>
          <p:nvPr/>
        </p:nvSpPr>
        <p:spPr>
          <a:xfrm>
            <a:off x="4343400" y="3200400"/>
            <a:ext cx="11426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Non Academic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4" name=""/>
          <p:cNvCxnSpPr>
            <a:stCxn id="383" idx="0"/>
            <a:endCxn id="379" idx="4"/>
          </p:cNvCxnSpPr>
          <p:nvPr/>
        </p:nvCxnSpPr>
        <p:spPr>
          <a:xfrm flipH="1" flipV="1">
            <a:off x="3885840" y="2742840"/>
            <a:ext cx="102924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385" name=""/>
          <p:cNvCxnSpPr>
            <a:stCxn id="378" idx="0"/>
            <a:endCxn id="374" idx="2"/>
          </p:cNvCxnSpPr>
          <p:nvPr/>
        </p:nvCxnSpPr>
        <p:spPr>
          <a:xfrm flipV="1">
            <a:off x="1143000" y="2057040"/>
            <a:ext cx="1048680" cy="45792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386" name=""/>
          <p:cNvCxnSpPr>
            <a:stCxn id="378" idx="2"/>
            <a:endCxn id="381" idx="1"/>
          </p:cNvCxnSpPr>
          <p:nvPr/>
        </p:nvCxnSpPr>
        <p:spPr>
          <a:xfrm>
            <a:off x="1143000" y="2971440"/>
            <a:ext cx="1848960" cy="3434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387" name=""/>
          <p:cNvSpPr/>
          <p:nvPr/>
        </p:nvSpPr>
        <p:spPr>
          <a:xfrm>
            <a:off x="4095360" y="2457360"/>
            <a:ext cx="1142640" cy="28548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Reports_To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8" name=""/>
          <p:cNvCxnSpPr>
            <a:stCxn id="376" idx="3"/>
            <a:endCxn id="387" idx="1"/>
          </p:cNvCxnSpPr>
          <p:nvPr/>
        </p:nvCxnSpPr>
        <p:spPr>
          <a:xfrm>
            <a:off x="3657240" y="1828800"/>
            <a:ext cx="438480" cy="77184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389" name=""/>
          <p:cNvCxnSpPr>
            <a:stCxn id="387" idx="2"/>
            <a:endCxn id="387" idx="3"/>
          </p:cNvCxnSpPr>
          <p:nvPr/>
        </p:nvCxnSpPr>
        <p:spPr>
          <a:xfrm flipH="1" flipV="1" rot="5400000">
            <a:off x="4880880" y="2386080"/>
            <a:ext cx="142920" cy="571680"/>
          </a:xfrm>
          <a:prstGeom prst="curvedConnector4">
            <a:avLst>
              <a:gd name="adj1" fmla="val -152777"/>
              <a:gd name="adj2" fmla="val 136735"/>
            </a:avLst>
          </a:prstGeom>
          <a:ln w="3816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390" name=""/>
          <p:cNvSpPr/>
          <p:nvPr/>
        </p:nvSpPr>
        <p:spPr>
          <a:xfrm>
            <a:off x="457200" y="4354560"/>
            <a:ext cx="914400" cy="21744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3520" tIns="38520" rIns="83520" bIns="38520" anchor="ctr" anchorCtr="1">
            <a:no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Laboratory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1" name=""/>
          <p:cNvCxnSpPr>
            <a:stCxn id="390" idx="0"/>
            <a:endCxn id="378" idx="2"/>
          </p:cNvCxnSpPr>
          <p:nvPr/>
        </p:nvCxnSpPr>
        <p:spPr>
          <a:xfrm flipV="1">
            <a:off x="914400" y="2971440"/>
            <a:ext cx="228960" cy="13834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392" name=""/>
          <p:cNvSpPr/>
          <p:nvPr/>
        </p:nvSpPr>
        <p:spPr>
          <a:xfrm>
            <a:off x="1371600" y="3429000"/>
            <a:ext cx="1371240" cy="4568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3" name=""/>
          <p:cNvCxnSpPr>
            <a:stCxn id="390" idx="0"/>
            <a:endCxn id="392" idx="2"/>
          </p:cNvCxnSpPr>
          <p:nvPr/>
        </p:nvCxnSpPr>
        <p:spPr>
          <a:xfrm flipV="1">
            <a:off x="914400" y="3885840"/>
            <a:ext cx="1143360" cy="4690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394" name=""/>
          <p:cNvCxnSpPr>
            <a:stCxn id="371" idx="2"/>
            <a:endCxn id="392" idx="0"/>
          </p:cNvCxnSpPr>
          <p:nvPr/>
        </p:nvCxnSpPr>
        <p:spPr>
          <a:xfrm rot="5400000">
            <a:off x="1657080" y="857160"/>
            <a:ext cx="2972520" cy="2172240"/>
          </a:xfrm>
          <a:prstGeom prst="curvedConnector3">
            <a:avLst>
              <a:gd name="adj1" fmla="val 26925"/>
            </a:avLst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95" name=""/>
          <p:cNvSpPr/>
          <p:nvPr/>
        </p:nvSpPr>
        <p:spPr>
          <a:xfrm>
            <a:off x="1828800" y="4354560"/>
            <a:ext cx="9140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6" name=""/>
          <p:cNvCxnSpPr>
            <a:stCxn id="390" idx="3"/>
            <a:endCxn id="395" idx="1"/>
          </p:cNvCxnSpPr>
          <p:nvPr/>
        </p:nvCxnSpPr>
        <p:spPr>
          <a:xfrm>
            <a:off x="1371600" y="4463280"/>
            <a:ext cx="457560" cy="11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397" name=""/>
          <p:cNvSpPr/>
          <p:nvPr/>
        </p:nvSpPr>
        <p:spPr>
          <a:xfrm>
            <a:off x="3200400" y="41148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Equipement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8" name=""/>
          <p:cNvCxnSpPr>
            <a:stCxn id="395" idx="3"/>
            <a:endCxn id="397" idx="1"/>
          </p:cNvCxnSpPr>
          <p:nvPr/>
        </p:nvCxnSpPr>
        <p:spPr>
          <a:xfrm flipV="1">
            <a:off x="2742840" y="4228920"/>
            <a:ext cx="457920" cy="24588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399" name=""/>
          <p:cNvSpPr/>
          <p:nvPr/>
        </p:nvSpPr>
        <p:spPr>
          <a:xfrm>
            <a:off x="3429000" y="4572000"/>
            <a:ext cx="685440" cy="2282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0" name=""/>
          <p:cNvCxnSpPr>
            <a:stCxn id="397" idx="2"/>
            <a:endCxn id="399" idx="0"/>
          </p:cNvCxnSpPr>
          <p:nvPr/>
        </p:nvCxnSpPr>
        <p:spPr>
          <a:xfrm>
            <a:off x="3657600" y="4343040"/>
            <a:ext cx="114480" cy="2293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01" name=""/>
          <p:cNvSpPr/>
          <p:nvPr/>
        </p:nvSpPr>
        <p:spPr>
          <a:xfrm>
            <a:off x="2743200" y="50292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2" name=""/>
          <p:cNvCxnSpPr>
            <a:stCxn id="401" idx="0"/>
            <a:endCxn id="399" idx="3"/>
          </p:cNvCxnSpPr>
          <p:nvPr/>
        </p:nvCxnSpPr>
        <p:spPr>
          <a:xfrm flipV="1">
            <a:off x="3200400" y="4800240"/>
            <a:ext cx="571680" cy="2293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03" name=""/>
          <p:cNvSpPr/>
          <p:nvPr/>
        </p:nvSpPr>
        <p:spPr>
          <a:xfrm>
            <a:off x="3886200" y="50292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Fixed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4" name=""/>
          <p:cNvCxnSpPr>
            <a:stCxn id="403" idx="0"/>
          </p:cNvCxnSpPr>
          <p:nvPr/>
        </p:nvCxnSpPr>
        <p:spPr>
          <a:xfrm flipH="1" flipV="1">
            <a:off x="3772080" y="4800600"/>
            <a:ext cx="571680" cy="2289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05" name=""/>
          <p:cNvSpPr/>
          <p:nvPr/>
        </p:nvSpPr>
        <p:spPr>
          <a:xfrm>
            <a:off x="4800600" y="4114800"/>
            <a:ext cx="9140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6" name=""/>
          <p:cNvCxnSpPr>
            <a:stCxn id="397" idx="3"/>
            <a:endCxn id="405" idx="1"/>
          </p:cNvCxnSpPr>
          <p:nvPr/>
        </p:nvCxnSpPr>
        <p:spPr>
          <a:xfrm>
            <a:off x="4114440" y="4228920"/>
            <a:ext cx="686520" cy="6120"/>
          </a:xfrm>
          <a:prstGeom prst="straightConnector1">
            <a:avLst/>
          </a:prstGeom>
          <a:ln w="100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407" name=""/>
          <p:cNvCxnSpPr>
            <a:stCxn id="371" idx="2"/>
            <a:endCxn id="405" idx="0"/>
          </p:cNvCxnSpPr>
          <p:nvPr/>
        </p:nvCxnSpPr>
        <p:spPr>
          <a:xfrm flipH="1" rot="16200000">
            <a:off x="2914560" y="1771200"/>
            <a:ext cx="3658320" cy="1028880"/>
          </a:xfrm>
          <a:prstGeom prst="curvedConnector3">
            <a:avLst>
              <a:gd name="adj1" fmla="val 91969"/>
            </a:avLst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08" name=""/>
          <p:cNvSpPr/>
          <p:nvPr/>
        </p:nvSpPr>
        <p:spPr>
          <a:xfrm>
            <a:off x="4572000" y="4560840"/>
            <a:ext cx="15998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Correspond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9" name=""/>
          <p:cNvCxnSpPr>
            <a:stCxn id="397" idx="3"/>
            <a:endCxn id="408" idx="1"/>
          </p:cNvCxnSpPr>
          <p:nvPr/>
        </p:nvCxnSpPr>
        <p:spPr>
          <a:xfrm>
            <a:off x="4114440" y="4228920"/>
            <a:ext cx="457920" cy="452160"/>
          </a:xfrm>
          <a:prstGeom prst="straightConnector1">
            <a:avLst/>
          </a:prstGeom>
          <a:ln w="100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10" name=""/>
          <p:cNvSpPr/>
          <p:nvPr/>
        </p:nvSpPr>
        <p:spPr>
          <a:xfrm>
            <a:off x="6629400" y="4800600"/>
            <a:ext cx="91404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1" name=""/>
          <p:cNvCxnSpPr>
            <a:stCxn id="408" idx="3"/>
            <a:endCxn id="410" idx="1"/>
          </p:cNvCxnSpPr>
          <p:nvPr/>
        </p:nvCxnSpPr>
        <p:spPr>
          <a:xfrm>
            <a:off x="6171840" y="4680720"/>
            <a:ext cx="457920" cy="3488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12" name=""/>
          <p:cNvSpPr/>
          <p:nvPr/>
        </p:nvSpPr>
        <p:spPr>
          <a:xfrm>
            <a:off x="6858000" y="1143000"/>
            <a:ext cx="6854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Projects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4800600" y="903240"/>
            <a:ext cx="13712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4" name=""/>
          <p:cNvCxnSpPr>
            <a:stCxn id="412" idx="1"/>
            <a:endCxn id="413" idx="3"/>
          </p:cNvCxnSpPr>
          <p:nvPr/>
        </p:nvCxnSpPr>
        <p:spPr>
          <a:xfrm flipH="1" flipV="1">
            <a:off x="6171840" y="1023120"/>
            <a:ext cx="686520" cy="23436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415" name=""/>
          <p:cNvCxnSpPr>
            <a:stCxn id="413" idx="1"/>
            <a:endCxn id="371" idx="3"/>
          </p:cNvCxnSpPr>
          <p:nvPr/>
        </p:nvCxnSpPr>
        <p:spPr>
          <a:xfrm flipH="1" flipV="1">
            <a:off x="4572000" y="342720"/>
            <a:ext cx="228960" cy="6807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16" name=""/>
          <p:cNvSpPr/>
          <p:nvPr/>
        </p:nvSpPr>
        <p:spPr>
          <a:xfrm>
            <a:off x="5029200" y="1469160"/>
            <a:ext cx="13712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Funds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7" name=""/>
          <p:cNvCxnSpPr>
            <a:stCxn id="412" idx="1"/>
            <a:endCxn id="416" idx="3"/>
          </p:cNvCxnSpPr>
          <p:nvPr/>
        </p:nvCxnSpPr>
        <p:spPr>
          <a:xfrm flipH="1">
            <a:off x="6400440" y="1257120"/>
            <a:ext cx="457920" cy="3322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418" name=""/>
          <p:cNvCxnSpPr>
            <a:stCxn id="416" idx="1"/>
            <a:endCxn id="371" idx="2"/>
          </p:cNvCxnSpPr>
          <p:nvPr/>
        </p:nvCxnSpPr>
        <p:spPr>
          <a:xfrm flipH="1" flipV="1">
            <a:off x="4229280" y="456840"/>
            <a:ext cx="800280" cy="113256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19" name=""/>
          <p:cNvSpPr/>
          <p:nvPr/>
        </p:nvSpPr>
        <p:spPr>
          <a:xfrm>
            <a:off x="5486400" y="2286360"/>
            <a:ext cx="68580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Bud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0" name=""/>
          <p:cNvCxnSpPr>
            <a:stCxn id="419" idx="0"/>
            <a:endCxn id="416" idx="2"/>
          </p:cNvCxnSpPr>
          <p:nvPr/>
        </p:nvCxnSpPr>
        <p:spPr>
          <a:xfrm flipH="1" flipV="1">
            <a:off x="5715000" y="1708560"/>
            <a:ext cx="114840" cy="57816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421" name=""/>
          <p:cNvSpPr/>
          <p:nvPr/>
        </p:nvSpPr>
        <p:spPr>
          <a:xfrm>
            <a:off x="5257800" y="3646800"/>
            <a:ext cx="13712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Manages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2" name=""/>
          <p:cNvCxnSpPr>
            <a:stCxn id="419" idx="2"/>
            <a:endCxn id="421" idx="0"/>
          </p:cNvCxnSpPr>
          <p:nvPr/>
        </p:nvCxnSpPr>
        <p:spPr>
          <a:xfrm>
            <a:off x="5829480" y="2514600"/>
            <a:ext cx="114480" cy="11325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423" name=""/>
          <p:cNvCxnSpPr>
            <a:stCxn id="421" idx="1"/>
            <a:endCxn id="381" idx="2"/>
          </p:cNvCxnSpPr>
          <p:nvPr/>
        </p:nvCxnSpPr>
        <p:spPr>
          <a:xfrm rot="10800000">
            <a:off x="3448440" y="3428280"/>
            <a:ext cx="1809360" cy="338400"/>
          </a:xfrm>
          <a:prstGeom prst="curvedConnector2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24" name=""/>
          <p:cNvSpPr/>
          <p:nvPr/>
        </p:nvSpPr>
        <p:spPr>
          <a:xfrm>
            <a:off x="7772400" y="4561200"/>
            <a:ext cx="15998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Requires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5" name=""/>
          <p:cNvCxnSpPr>
            <a:stCxn id="424" idx="3"/>
            <a:endCxn id="410" idx="3"/>
          </p:cNvCxnSpPr>
          <p:nvPr/>
        </p:nvCxnSpPr>
        <p:spPr>
          <a:xfrm flipH="1">
            <a:off x="7543440" y="4681080"/>
            <a:ext cx="1829160" cy="34848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426" name=""/>
          <p:cNvSpPr/>
          <p:nvPr/>
        </p:nvSpPr>
        <p:spPr>
          <a:xfrm>
            <a:off x="8001360" y="3886200"/>
            <a:ext cx="91404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7" name=""/>
          <p:cNvCxnSpPr>
            <a:stCxn id="426" idx="2"/>
            <a:endCxn id="424" idx="0"/>
          </p:cNvCxnSpPr>
          <p:nvPr/>
        </p:nvCxnSpPr>
        <p:spPr>
          <a:xfrm>
            <a:off x="8458560" y="4114440"/>
            <a:ext cx="114120" cy="4471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28" name=""/>
          <p:cNvSpPr/>
          <p:nvPr/>
        </p:nvSpPr>
        <p:spPr>
          <a:xfrm>
            <a:off x="8001360" y="3429000"/>
            <a:ext cx="1599840" cy="2394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Holds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9" name=""/>
          <p:cNvCxnSpPr>
            <a:stCxn id="426" idx="0"/>
            <a:endCxn id="428" idx="2"/>
          </p:cNvCxnSpPr>
          <p:nvPr/>
        </p:nvCxnSpPr>
        <p:spPr>
          <a:xfrm flipV="1">
            <a:off x="8458560" y="3668400"/>
            <a:ext cx="343080" cy="2181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430" name=""/>
          <p:cNvCxnSpPr>
            <a:stCxn id="428" idx="0"/>
            <a:endCxn id="371" idx="2"/>
          </p:cNvCxnSpPr>
          <p:nvPr/>
        </p:nvCxnSpPr>
        <p:spPr>
          <a:xfrm flipV="1" rot="16200000">
            <a:off x="5029200" y="-343080"/>
            <a:ext cx="2972520" cy="4572360"/>
          </a:xfrm>
          <a:prstGeom prst="curvedConnector3">
            <a:avLst>
              <a:gd name="adj1" fmla="val 25000"/>
            </a:avLst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31" name=""/>
          <p:cNvSpPr/>
          <p:nvPr/>
        </p:nvSpPr>
        <p:spPr>
          <a:xfrm>
            <a:off x="6400800" y="4115160"/>
            <a:ext cx="914400" cy="2282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Reservation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2" name=""/>
          <p:cNvCxnSpPr>
            <a:stCxn id="405" idx="3"/>
            <a:endCxn id="431" idx="1"/>
          </p:cNvCxnSpPr>
          <p:nvPr/>
        </p:nvCxnSpPr>
        <p:spPr>
          <a:xfrm flipV="1">
            <a:off x="5714640" y="4229280"/>
            <a:ext cx="686520" cy="5760"/>
          </a:xfrm>
          <a:prstGeom prst="bentConnector3">
            <a:avLst>
              <a:gd name="adj1" fmla="val 50000"/>
            </a:avLst>
          </a:prstGeom>
          <a:ln w="29160">
            <a:solidFill>
              <a:srgbClr val="000000"/>
            </a:solidFill>
            <a:round/>
          </a:ln>
        </p:spPr>
      </p:cxnSp>
      <p:sp>
        <p:nvSpPr>
          <p:cNvPr id="433" name=""/>
          <p:cNvSpPr/>
          <p:nvPr/>
        </p:nvSpPr>
        <p:spPr>
          <a:xfrm>
            <a:off x="5943600" y="2743560"/>
            <a:ext cx="1600200" cy="2282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Maintainance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4" name=""/>
          <p:cNvCxnSpPr>
            <a:stCxn id="397" idx="3"/>
            <a:endCxn id="433" idx="2"/>
          </p:cNvCxnSpPr>
          <p:nvPr/>
        </p:nvCxnSpPr>
        <p:spPr>
          <a:xfrm flipV="1">
            <a:off x="4114440" y="2971800"/>
            <a:ext cx="2629800" cy="125748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435" name=""/>
          <p:cNvCxnSpPr>
            <a:stCxn id="376" idx="3"/>
            <a:endCxn id="433" idx="1"/>
          </p:cNvCxnSpPr>
          <p:nvPr/>
        </p:nvCxnSpPr>
        <p:spPr>
          <a:xfrm>
            <a:off x="3657240" y="1828800"/>
            <a:ext cx="2286720" cy="1029240"/>
          </a:xfrm>
          <a:prstGeom prst="curvedConnector3">
            <a:avLst>
              <a:gd name="adj1" fmla="val 100000"/>
            </a:avLst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36" name=""/>
          <p:cNvSpPr/>
          <p:nvPr/>
        </p:nvSpPr>
        <p:spPr>
          <a:xfrm>
            <a:off x="6743880" y="3657600"/>
            <a:ext cx="914040" cy="4572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Can make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7" name=""/>
          <p:cNvCxnSpPr>
            <a:stCxn id="371" idx="3"/>
            <a:endCxn id="436" idx="1"/>
          </p:cNvCxnSpPr>
          <p:nvPr/>
        </p:nvCxnSpPr>
        <p:spPr>
          <a:xfrm>
            <a:off x="4572000" y="342720"/>
            <a:ext cx="2172240" cy="3543840"/>
          </a:xfrm>
          <a:prstGeom prst="curvedConnector3">
            <a:avLst>
              <a:gd name="adj1" fmla="val 50008"/>
            </a:avLst>
          </a:prstGeom>
          <a:ln w="6480">
            <a:solidFill>
              <a:srgbClr val="000000"/>
            </a:solidFill>
            <a:round/>
          </a:ln>
        </p:spPr>
      </p:cxnSp>
      <p:cxnSp>
        <p:nvCxnSpPr>
          <p:cNvPr id="438" name=""/>
          <p:cNvCxnSpPr>
            <a:stCxn id="436" idx="3"/>
            <a:endCxn id="431" idx="3"/>
          </p:cNvCxnSpPr>
          <p:nvPr/>
        </p:nvCxnSpPr>
        <p:spPr>
          <a:xfrm flipH="1">
            <a:off x="7315200" y="3886200"/>
            <a:ext cx="343080" cy="343440"/>
          </a:xfrm>
          <a:prstGeom prst="bentConnector3">
            <a:avLst>
              <a:gd name="adj1" fmla="val -52521"/>
            </a:avLst>
          </a:prstGeom>
          <a:ln w="29160">
            <a:solidFill>
              <a:srgbClr val="000000"/>
            </a:solidFill>
            <a:round/>
            <a:headEnd len="med" type="triangle" w="med"/>
          </a:ln>
        </p:spPr>
      </p:cxnSp>
      <p:sp>
        <p:nvSpPr>
          <p:cNvPr id="439" name=""/>
          <p:cNvSpPr/>
          <p:nvPr/>
        </p:nvSpPr>
        <p:spPr>
          <a:xfrm>
            <a:off x="6172200" y="3200400"/>
            <a:ext cx="1371600" cy="22860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Approves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0" name=""/>
          <p:cNvCxnSpPr>
            <a:stCxn id="371" idx="2"/>
            <a:endCxn id="439" idx="1"/>
          </p:cNvCxnSpPr>
          <p:nvPr/>
        </p:nvCxnSpPr>
        <p:spPr>
          <a:xfrm flipH="1" rot="16200000">
            <a:off x="3771720" y="914040"/>
            <a:ext cx="2858400" cy="1943280"/>
          </a:xfrm>
          <a:prstGeom prst="curvedConnector2">
            <a:avLst/>
          </a:prstGeom>
          <a:ln w="6480">
            <a:solidFill>
              <a:srgbClr val="000000"/>
            </a:solidFill>
            <a:round/>
          </a:ln>
        </p:spPr>
      </p:cxnSp>
      <p:cxnSp>
        <p:nvCxnSpPr>
          <p:cNvPr id="441" name=""/>
          <p:cNvCxnSpPr>
            <a:stCxn id="439" idx="3"/>
          </p:cNvCxnSpPr>
          <p:nvPr/>
        </p:nvCxnSpPr>
        <p:spPr>
          <a:xfrm flipH="1">
            <a:off x="7315200" y="3314880"/>
            <a:ext cx="228960" cy="914760"/>
          </a:xfrm>
          <a:prstGeom prst="bentConnector3">
            <a:avLst>
              <a:gd name="adj1" fmla="val -78740"/>
            </a:avLst>
          </a:prstGeom>
          <a:ln w="29160">
            <a:solidFill>
              <a:srgbClr val="000000"/>
            </a:solidFill>
            <a:round/>
            <a:head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"/>
          <p:cNvSpPr/>
          <p:nvPr/>
        </p:nvSpPr>
        <p:spPr>
          <a:xfrm>
            <a:off x="1371600" y="2743200"/>
            <a:ext cx="137124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Student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"/>
          <p:cNvSpPr/>
          <p:nvPr/>
        </p:nvSpPr>
        <p:spPr>
          <a:xfrm>
            <a:off x="4114800" y="1371600"/>
            <a:ext cx="137124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>
            <a:off x="5715000" y="2971800"/>
            <a:ext cx="137124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Employee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5" name=""/>
          <p:cNvCxnSpPr>
            <a:stCxn id="442" idx="1"/>
            <a:endCxn id="446" idx="0"/>
          </p:cNvCxnSpPr>
          <p:nvPr/>
        </p:nvCxnSpPr>
        <p:spPr>
          <a:xfrm flipH="1">
            <a:off x="941760" y="2971800"/>
            <a:ext cx="430200" cy="7412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46" name=""/>
          <p:cNvSpPr/>
          <p:nvPr/>
        </p:nvSpPr>
        <p:spPr>
          <a:xfrm>
            <a:off x="255960" y="3712680"/>
            <a:ext cx="1371240" cy="58500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Program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7" name=""/>
          <p:cNvCxnSpPr>
            <a:endCxn id="448" idx="5"/>
          </p:cNvCxnSpPr>
          <p:nvPr/>
        </p:nvCxnSpPr>
        <p:spPr>
          <a:xfrm flipH="1" flipV="1">
            <a:off x="2542320" y="828360"/>
            <a:ext cx="1573200" cy="7725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48" name=""/>
          <p:cNvSpPr/>
          <p:nvPr/>
        </p:nvSpPr>
        <p:spPr>
          <a:xfrm>
            <a:off x="1371600" y="329040"/>
            <a:ext cx="1371240" cy="58500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Last_n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9" name=""/>
          <p:cNvCxnSpPr>
            <a:stCxn id="443" idx="0"/>
            <a:endCxn id="450" idx="5"/>
          </p:cNvCxnSpPr>
          <p:nvPr/>
        </p:nvCxnSpPr>
        <p:spPr>
          <a:xfrm flipH="1" flipV="1">
            <a:off x="4142520" y="727920"/>
            <a:ext cx="658440" cy="6440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50" name=""/>
          <p:cNvSpPr/>
          <p:nvPr/>
        </p:nvSpPr>
        <p:spPr>
          <a:xfrm>
            <a:off x="2971800" y="228600"/>
            <a:ext cx="1371240" cy="58500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Email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1" name=""/>
          <p:cNvCxnSpPr>
            <a:endCxn id="452" idx="5"/>
          </p:cNvCxnSpPr>
          <p:nvPr/>
        </p:nvCxnSpPr>
        <p:spPr>
          <a:xfrm flipV="1">
            <a:off x="4800600" y="642240"/>
            <a:ext cx="942480" cy="7300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52" name=""/>
          <p:cNvSpPr/>
          <p:nvPr/>
        </p:nvSpPr>
        <p:spPr>
          <a:xfrm>
            <a:off x="4572000" y="142920"/>
            <a:ext cx="1371240" cy="58500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Affiliation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3" name=""/>
          <p:cNvCxnSpPr>
            <a:stCxn id="451" idx="2"/>
            <a:endCxn id="454" idx="5"/>
          </p:cNvCxnSpPr>
          <p:nvPr/>
        </p:nvCxnSpPr>
        <p:spPr>
          <a:xfrm flipV="1">
            <a:off x="4800600" y="742680"/>
            <a:ext cx="2542680" cy="6296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54" name=""/>
          <p:cNvSpPr/>
          <p:nvPr/>
        </p:nvSpPr>
        <p:spPr>
          <a:xfrm>
            <a:off x="6172200" y="243360"/>
            <a:ext cx="1371240" cy="58500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200" b="0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5" name=""/>
          <p:cNvCxnSpPr>
            <a:endCxn id="456" idx="5"/>
          </p:cNvCxnSpPr>
          <p:nvPr/>
        </p:nvCxnSpPr>
        <p:spPr>
          <a:xfrm flipV="1">
            <a:off x="5486400" y="956520"/>
            <a:ext cx="3228480" cy="64440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56" name=""/>
          <p:cNvSpPr/>
          <p:nvPr/>
        </p:nvSpPr>
        <p:spPr>
          <a:xfrm>
            <a:off x="7543800" y="457200"/>
            <a:ext cx="1371240" cy="58500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Start_date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7" name=""/>
          <p:cNvCxnSpPr>
            <a:endCxn id="458" idx="5"/>
          </p:cNvCxnSpPr>
          <p:nvPr/>
        </p:nvCxnSpPr>
        <p:spPr>
          <a:xfrm>
            <a:off x="5486400" y="1600200"/>
            <a:ext cx="3228480" cy="142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58" name=""/>
          <p:cNvSpPr/>
          <p:nvPr/>
        </p:nvSpPr>
        <p:spPr>
          <a:xfrm>
            <a:off x="7543800" y="1243440"/>
            <a:ext cx="1371240" cy="58500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200" b="0" u="dash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End_date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9" name=""/>
          <p:cNvCxnSpPr>
            <a:stCxn id="460" idx="0"/>
            <a:endCxn id="443" idx="2"/>
          </p:cNvCxnSpPr>
          <p:nvPr/>
        </p:nvCxnSpPr>
        <p:spPr>
          <a:xfrm flipV="1">
            <a:off x="4800600" y="1828440"/>
            <a:ext cx="360" cy="686520"/>
          </a:xfrm>
          <a:prstGeom prst="straightConnector1">
            <a:avLst/>
          </a:prstGeom>
          <a:ln w="6480">
            <a:solidFill>
              <a:srgbClr val="000000"/>
            </a:solidFill>
            <a:round/>
          </a:ln>
        </p:spPr>
      </p:cxnSp>
      <p:sp>
        <p:nvSpPr>
          <p:cNvPr id="460" name=""/>
          <p:cNvSpPr/>
          <p:nvPr/>
        </p:nvSpPr>
        <p:spPr>
          <a:xfrm>
            <a:off x="4343400" y="2514600"/>
            <a:ext cx="914040" cy="4568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61" name=""/>
          <p:cNvCxnSpPr>
            <a:stCxn id="460" idx="2"/>
            <a:endCxn id="442" idx="0"/>
          </p:cNvCxnSpPr>
          <p:nvPr/>
        </p:nvCxnSpPr>
        <p:spPr>
          <a:xfrm flipV="1" rot="16200000">
            <a:off x="3086280" y="1714320"/>
            <a:ext cx="228600" cy="2286360"/>
          </a:xfrm>
          <a:prstGeom prst="bentConnector5">
            <a:avLst>
              <a:gd name="adj1" fmla="val 0"/>
              <a:gd name="adj2" fmla="val 35007"/>
              <a:gd name="adj3" fmla="val 100000"/>
            </a:avLst>
          </a:prstGeom>
          <a:ln w="6480">
            <a:solidFill>
              <a:srgbClr val="000000"/>
            </a:solidFill>
            <a:round/>
          </a:ln>
        </p:spPr>
      </p:cxnSp>
      <p:cxnSp>
        <p:nvCxnSpPr>
          <p:cNvPr id="462" name=""/>
          <p:cNvCxnSpPr>
            <a:stCxn id="460" idx="4"/>
            <a:endCxn id="444" idx="1"/>
          </p:cNvCxnSpPr>
          <p:nvPr/>
        </p:nvCxnSpPr>
        <p:spPr>
          <a:xfrm>
            <a:off x="5257440" y="2971440"/>
            <a:ext cx="457920" cy="2293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63" name=""/>
          <p:cNvSpPr/>
          <p:nvPr/>
        </p:nvSpPr>
        <p:spPr>
          <a:xfrm>
            <a:off x="6172200" y="3886200"/>
            <a:ext cx="914040" cy="4568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64" name=""/>
          <p:cNvCxnSpPr>
            <a:stCxn id="463" idx="0"/>
            <a:endCxn id="444" idx="2"/>
          </p:cNvCxnSpPr>
          <p:nvPr/>
        </p:nvCxnSpPr>
        <p:spPr>
          <a:xfrm flipH="1" flipV="1">
            <a:off x="6400800" y="3428640"/>
            <a:ext cx="22896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65" name=""/>
          <p:cNvSpPr/>
          <p:nvPr/>
        </p:nvSpPr>
        <p:spPr>
          <a:xfrm>
            <a:off x="4503960" y="4631760"/>
            <a:ext cx="137124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Academic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66" name=""/>
          <p:cNvCxnSpPr>
            <a:stCxn id="463" idx="2"/>
            <a:endCxn id="465" idx="0"/>
          </p:cNvCxnSpPr>
          <p:nvPr/>
        </p:nvCxnSpPr>
        <p:spPr>
          <a:xfrm flipH="1">
            <a:off x="5189760" y="4343040"/>
            <a:ext cx="982800" cy="2890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67" name=""/>
          <p:cNvSpPr/>
          <p:nvPr/>
        </p:nvSpPr>
        <p:spPr>
          <a:xfrm>
            <a:off x="6789960" y="4631760"/>
            <a:ext cx="137124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Non Academic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68" name=""/>
          <p:cNvCxnSpPr>
            <a:stCxn id="463" idx="4"/>
            <a:endCxn id="467" idx="0"/>
          </p:cNvCxnSpPr>
          <p:nvPr/>
        </p:nvCxnSpPr>
        <p:spPr>
          <a:xfrm>
            <a:off x="7086240" y="4343040"/>
            <a:ext cx="389880" cy="2890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69" name=""/>
          <p:cNvSpPr/>
          <p:nvPr/>
        </p:nvSpPr>
        <p:spPr>
          <a:xfrm>
            <a:off x="7772400" y="2743200"/>
            <a:ext cx="1599840" cy="6854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Reports_To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70" name=""/>
          <p:cNvCxnSpPr>
            <a:stCxn id="444" idx="3"/>
            <a:endCxn id="469" idx="1"/>
          </p:cNvCxnSpPr>
          <p:nvPr/>
        </p:nvCxnSpPr>
        <p:spPr>
          <a:xfrm flipV="1">
            <a:off x="7086240" y="3085920"/>
            <a:ext cx="686520" cy="11484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471" name=""/>
          <p:cNvCxnSpPr>
            <a:stCxn id="469" idx="2"/>
            <a:endCxn id="469" idx="3"/>
          </p:cNvCxnSpPr>
          <p:nvPr/>
        </p:nvCxnSpPr>
        <p:spPr>
          <a:xfrm flipH="1" flipV="1" rot="5400000">
            <a:off x="8800920" y="2857320"/>
            <a:ext cx="343080" cy="800280"/>
          </a:xfrm>
          <a:prstGeom prst="curvedConnector4">
            <a:avLst>
              <a:gd name="adj1" fmla="val -63550"/>
              <a:gd name="adj2" fmla="val 125472"/>
            </a:avLst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472" name=""/>
          <p:cNvCxnSpPr>
            <a:stCxn id="444" idx="0"/>
            <a:endCxn id="473" idx="4"/>
          </p:cNvCxnSpPr>
          <p:nvPr/>
        </p:nvCxnSpPr>
        <p:spPr>
          <a:xfrm flipH="1" flipV="1">
            <a:off x="5715000" y="2514240"/>
            <a:ext cx="68616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73" name=""/>
          <p:cNvSpPr/>
          <p:nvPr/>
        </p:nvSpPr>
        <p:spPr>
          <a:xfrm>
            <a:off x="5029200" y="1929240"/>
            <a:ext cx="1371240" cy="58500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Phone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74" name=""/>
          <p:cNvCxnSpPr>
            <a:stCxn id="444" idx="0"/>
            <a:endCxn id="475" idx="4"/>
          </p:cNvCxnSpPr>
          <p:nvPr/>
        </p:nvCxnSpPr>
        <p:spPr>
          <a:xfrm flipV="1">
            <a:off x="6400800" y="2514240"/>
            <a:ext cx="91476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75" name=""/>
          <p:cNvSpPr/>
          <p:nvPr/>
        </p:nvSpPr>
        <p:spPr>
          <a:xfrm>
            <a:off x="6629400" y="1929240"/>
            <a:ext cx="1371240" cy="58500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Office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76" name=""/>
          <p:cNvCxnSpPr>
            <a:stCxn id="444" idx="0"/>
            <a:endCxn id="477" idx="4"/>
          </p:cNvCxnSpPr>
          <p:nvPr/>
        </p:nvCxnSpPr>
        <p:spPr>
          <a:xfrm flipV="1">
            <a:off x="6400800" y="2514240"/>
            <a:ext cx="2514960" cy="4579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77" name=""/>
          <p:cNvSpPr/>
          <p:nvPr/>
        </p:nvSpPr>
        <p:spPr>
          <a:xfrm>
            <a:off x="8229600" y="1929240"/>
            <a:ext cx="1371240" cy="58500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Position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2057400" y="4114800"/>
            <a:ext cx="2057040" cy="685440"/>
          </a:xfrm>
          <a:prstGeom prst="diamond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Superv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ised_B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79" name=""/>
          <p:cNvCxnSpPr>
            <a:stCxn id="442" idx="2"/>
            <a:endCxn id="478" idx="1"/>
          </p:cNvCxnSpPr>
          <p:nvPr/>
        </p:nvCxnSpPr>
        <p:spPr>
          <a:xfrm>
            <a:off x="2057400" y="3200040"/>
            <a:ext cx="360" cy="125784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480" name=""/>
          <p:cNvCxnSpPr>
            <a:stCxn id="478" idx="3"/>
            <a:endCxn id="465" idx="1"/>
          </p:cNvCxnSpPr>
          <p:nvPr/>
        </p:nvCxnSpPr>
        <p:spPr>
          <a:xfrm>
            <a:off x="4114440" y="4457520"/>
            <a:ext cx="389880" cy="403200"/>
          </a:xfrm>
          <a:prstGeom prst="curvedConnector3">
            <a:avLst>
              <a:gd name="adj1" fmla="val 25046"/>
            </a:avLst>
          </a:prstGeom>
          <a:ln w="38160">
            <a:solidFill>
              <a:srgbClr val="000000"/>
            </a:solidFill>
            <a:round/>
          </a:ln>
        </p:spPr>
      </p:cxnSp>
      <p:cxnSp>
        <p:nvCxnSpPr>
          <p:cNvPr id="481" name=""/>
          <p:cNvCxnSpPr>
            <a:endCxn id="482" idx="5"/>
          </p:cNvCxnSpPr>
          <p:nvPr/>
        </p:nvCxnSpPr>
        <p:spPr>
          <a:xfrm flipH="1">
            <a:off x="2085120" y="1600200"/>
            <a:ext cx="2030400" cy="424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82" name=""/>
          <p:cNvSpPr/>
          <p:nvPr/>
        </p:nvSpPr>
        <p:spPr>
          <a:xfrm>
            <a:off x="914400" y="1143000"/>
            <a:ext cx="1371240" cy="58500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"/>
          <p:cNvSpPr/>
          <p:nvPr/>
        </p:nvSpPr>
        <p:spPr>
          <a:xfrm>
            <a:off x="3600000" y="1620000"/>
            <a:ext cx="2159640" cy="50364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3520" tIns="38520" rIns="83520" bIns="38520" anchor="ctr" anchorCtr="1">
            <a:no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Laboratory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>
            <a:off x="1760400" y="4368600"/>
            <a:ext cx="1439640" cy="43164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3520" tIns="38520" rIns="83520" bIns="38520" anchor="ctr" anchorCtr="1">
            <a:no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>
            <a:off x="6172200" y="4114800"/>
            <a:ext cx="1439640" cy="431640"/>
          </a:xfrm>
          <a:prstGeom prst="rect">
            <a:avLst/>
          </a:prstGeom>
          <a:solidFill>
            <a:srgbClr val="FFFFFF"/>
          </a:solidFill>
          <a:ln w="25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3520" tIns="38520" rIns="83520" bIns="38520" anchor="ctr" anchorCtr="1">
            <a:no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Equipment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>
            <a:off x="1260000" y="648000"/>
            <a:ext cx="935640" cy="395640"/>
          </a:xfrm>
          <a:prstGeom prst="ellipse">
            <a:avLst/>
          </a:prstGeom>
          <a:solidFill>
            <a:srgbClr val="FFFFFF"/>
          </a:solidFill>
          <a:ln w="21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720" tIns="36720" rIns="81720" bIns="36720" anchor="ctr" anchorCtr="1">
            <a:noAutofit/>
          </a:bodyPr>
          <a:p>
            <a:pPr>
              <a:lnSpc>
                <a:spcPct val="100000"/>
              </a:lnSpc>
            </a:pPr>
            <a:r>
              <a:rPr lang="en-US" sz="1300" b="1" u="sng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US" sz="1300" b="1" u="sng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1300" b="1" u="sng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1300" b="1" u="sng" strike="noStrik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lang="en-US" sz="1300" b="1" u="sng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1300" b="1" u="sng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2700000" y="468000"/>
            <a:ext cx="863640" cy="395640"/>
          </a:xfrm>
          <a:prstGeom prst="ellipse">
            <a:avLst/>
          </a:prstGeom>
          <a:solidFill>
            <a:srgbClr val="FFFFFF"/>
          </a:solidFill>
          <a:ln w="21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720" tIns="36720" rIns="81720" bIns="36720" anchor="ctr" anchorCtr="1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>
            <a:off x="4248000" y="396000"/>
            <a:ext cx="935640" cy="395640"/>
          </a:xfrm>
          <a:prstGeom prst="ellipse">
            <a:avLst/>
          </a:prstGeom>
          <a:solidFill>
            <a:srgbClr val="FFFFFF"/>
          </a:solidFill>
          <a:ln w="21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720" tIns="36720" rIns="81720" bIns="36720" anchor="ctr" anchorCtr="1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buildi</a:t>
            </a: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>
            <a:off x="5760000" y="468000"/>
            <a:ext cx="935640" cy="395640"/>
          </a:xfrm>
          <a:prstGeom prst="ellipse">
            <a:avLst/>
          </a:prstGeom>
          <a:solidFill>
            <a:srgbClr val="FFFFFF"/>
          </a:solidFill>
          <a:ln w="21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720" tIns="36720" rIns="81720" bIns="36720" anchor="ctr" anchorCtr="1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</a:t>
            </a: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>
            <a:off x="7200000" y="648000"/>
            <a:ext cx="1007640" cy="395640"/>
          </a:xfrm>
          <a:prstGeom prst="ellipse">
            <a:avLst/>
          </a:prstGeom>
          <a:solidFill>
            <a:srgbClr val="FFFFFF"/>
          </a:solidFill>
          <a:ln w="21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720" tIns="36720" rIns="81720" bIns="36720" anchor="ctr" anchorCtr="1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discipline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"/>
          <p:cNvSpPr/>
          <p:nvPr/>
        </p:nvSpPr>
        <p:spPr>
          <a:xfrm>
            <a:off x="1728000" y="1044000"/>
            <a:ext cx="2412000" cy="576000"/>
          </a:xfrm>
          <a:prstGeom prst="line">
            <a:avLst/>
          </a:prstGeom>
          <a:ln w="14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8120" tIns="33120" rIns="78120" bIns="331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"/>
          <p:cNvSpPr/>
          <p:nvPr/>
        </p:nvSpPr>
        <p:spPr>
          <a:xfrm>
            <a:off x="3132000" y="864000"/>
            <a:ext cx="1368000" cy="756000"/>
          </a:xfrm>
          <a:prstGeom prst="line">
            <a:avLst/>
          </a:prstGeom>
          <a:ln w="14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8120" tIns="33120" rIns="78120" bIns="331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4716000" y="792000"/>
            <a:ext cx="360" cy="828000"/>
          </a:xfrm>
          <a:prstGeom prst="line">
            <a:avLst/>
          </a:prstGeom>
          <a:ln w="14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8120" tIns="33120" rIns="78120" bIns="331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/>
          <p:nvPr/>
        </p:nvSpPr>
        <p:spPr>
          <a:xfrm flipH="1">
            <a:off x="4968000" y="864000"/>
            <a:ext cx="1260000" cy="756000"/>
          </a:xfrm>
          <a:prstGeom prst="line">
            <a:avLst/>
          </a:prstGeom>
          <a:ln w="14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8120" tIns="33120" rIns="78120" bIns="331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 flipH="1">
            <a:off x="5328000" y="1044000"/>
            <a:ext cx="2376000" cy="576000"/>
          </a:xfrm>
          <a:prstGeom prst="line">
            <a:avLst/>
          </a:prstGeom>
          <a:ln w="14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8120" tIns="33120" rIns="78120" bIns="331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457200" y="3168720"/>
            <a:ext cx="2285640" cy="513000"/>
          </a:xfrm>
          <a:prstGeom prst="diamond">
            <a:avLst/>
          </a:prstGeom>
          <a:solidFill>
            <a:srgbClr val="FFFFFF"/>
          </a:solidFill>
          <a:ln w="21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720" tIns="36720" rIns="81720" bIns="3672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Attached_To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"/>
          <p:cNvSpPr/>
          <p:nvPr/>
        </p:nvSpPr>
        <p:spPr>
          <a:xfrm flipH="1">
            <a:off x="1600200" y="2124000"/>
            <a:ext cx="2539800" cy="1044720"/>
          </a:xfrm>
          <a:prstGeom prst="line">
            <a:avLst/>
          </a:prstGeom>
          <a:ln w="43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2520" tIns="47520" rIns="92520" bIns="475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"/>
          <p:cNvSpPr/>
          <p:nvPr/>
        </p:nvSpPr>
        <p:spPr>
          <a:xfrm>
            <a:off x="1600200" y="3657600"/>
            <a:ext cx="914400" cy="685800"/>
          </a:xfrm>
          <a:prstGeom prst="line">
            <a:avLst/>
          </a:prstGeom>
          <a:ln w="14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8120" tIns="33120" rIns="78120" bIns="331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"/>
          <p:cNvSpPr/>
          <p:nvPr/>
        </p:nvSpPr>
        <p:spPr>
          <a:xfrm>
            <a:off x="6438600" y="2971800"/>
            <a:ext cx="1333440" cy="512640"/>
          </a:xfrm>
          <a:prstGeom prst="diamond">
            <a:avLst/>
          </a:prstGeom>
          <a:solidFill>
            <a:srgbClr val="FFFFFF"/>
          </a:solidFill>
          <a:ln w="21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720" tIns="36720" rIns="81720" bIns="3672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 flipH="1" flipV="1">
            <a:off x="5760000" y="2124000"/>
            <a:ext cx="1326600" cy="847800"/>
          </a:xfrm>
          <a:prstGeom prst="line">
            <a:avLst/>
          </a:prstGeom>
          <a:ln w="14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8120" tIns="33120" rIns="78120" bIns="331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 flipH="1">
            <a:off x="6858000" y="3460680"/>
            <a:ext cx="228600" cy="654120"/>
          </a:xfrm>
          <a:prstGeom prst="line">
            <a:avLst/>
          </a:prstGeom>
          <a:ln w="14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8120" tIns="33120" rIns="78120" bIns="331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>
            <a:off x="3200400" y="3200400"/>
            <a:ext cx="2742840" cy="512280"/>
          </a:xfrm>
          <a:prstGeom prst="diamond">
            <a:avLst/>
          </a:prstGeom>
          <a:solidFill>
            <a:srgbClr val="FFFFFF"/>
          </a:solidFill>
          <a:ln w="21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720" tIns="36720" rIns="81720" bIns="3672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"/>
          <p:cNvSpPr/>
          <p:nvPr/>
        </p:nvSpPr>
        <p:spPr>
          <a:xfrm flipV="1">
            <a:off x="4572000" y="2124000"/>
            <a:ext cx="228600" cy="1076400"/>
          </a:xfrm>
          <a:prstGeom prst="line">
            <a:avLst/>
          </a:prstGeom>
          <a:ln w="43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2520" tIns="47520" rIns="92520" bIns="475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 flipH="1">
            <a:off x="2514600" y="3689640"/>
            <a:ext cx="2057400" cy="653760"/>
          </a:xfrm>
          <a:prstGeom prst="line">
            <a:avLst/>
          </a:prstGeom>
          <a:ln w="144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8120" tIns="33120" rIns="78120" bIns="331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Rectangle 10"/>
          <p:cNvSpPr/>
          <p:nvPr/>
        </p:nvSpPr>
        <p:spPr>
          <a:xfrm>
            <a:off x="1191960" y="566640"/>
            <a:ext cx="982800" cy="5086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oje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06" name="Straight Arrow Connector 12"/>
          <p:cNvCxnSpPr>
            <a:stCxn id="505" idx="2"/>
            <a:endCxn id="507" idx="0"/>
          </p:cNvCxnSpPr>
          <p:nvPr/>
        </p:nvCxnSpPr>
        <p:spPr>
          <a:xfrm flipH="1">
            <a:off x="529200" y="1075320"/>
            <a:ext cx="1154520" cy="118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508" name="Straight Arrow Connector 14"/>
          <p:cNvCxnSpPr>
            <a:stCxn id="505" idx="3"/>
            <a:endCxn id="509" idx="2"/>
          </p:cNvCxnSpPr>
          <p:nvPr/>
        </p:nvCxnSpPr>
        <p:spPr>
          <a:xfrm flipV="1">
            <a:off x="2174760" y="748080"/>
            <a:ext cx="445680" cy="734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510" name="Straight Arrow Connector 16"/>
          <p:cNvCxnSpPr>
            <a:stCxn id="505" idx="1"/>
            <a:endCxn id="511" idx="7"/>
          </p:cNvCxnSpPr>
          <p:nvPr/>
        </p:nvCxnSpPr>
        <p:spPr>
          <a:xfrm flipH="1" flipV="1">
            <a:off x="779760" y="240480"/>
            <a:ext cx="412560" cy="5810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512" name="Straight Arrow Connector 25"/>
          <p:cNvCxnSpPr>
            <a:stCxn id="513" idx="2"/>
            <a:endCxn id="514" idx="3"/>
          </p:cNvCxnSpPr>
          <p:nvPr/>
        </p:nvCxnSpPr>
        <p:spPr>
          <a:xfrm flipH="1">
            <a:off x="4143600" y="421920"/>
            <a:ext cx="596160" cy="143136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507" name="Oval 5"/>
          <p:cNvSpPr/>
          <p:nvPr/>
        </p:nvSpPr>
        <p:spPr>
          <a:xfrm>
            <a:off x="98640" y="1086840"/>
            <a:ext cx="860760" cy="4989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End 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15" name="Straight Arrow Connector 43"/>
          <p:cNvCxnSpPr>
            <a:endCxn id="505" idx="3"/>
          </p:cNvCxnSpPr>
          <p:nvPr/>
        </p:nvCxnSpPr>
        <p:spPr>
          <a:xfrm flipH="1">
            <a:off x="2174760" y="732600"/>
            <a:ext cx="678240" cy="88920"/>
          </a:xfrm>
          <a:prstGeom prst="straightConnector1">
            <a:avLst/>
          </a:prstGeom>
          <a:ln>
            <a:noFill/>
          </a:ln>
        </p:spPr>
      </p:cxnSp>
      <p:cxnSp>
        <p:nvCxnSpPr>
          <p:cNvPr id="516" name="Straight Arrow Connector 48"/>
          <p:cNvCxnSpPr/>
          <p:nvPr/>
        </p:nvCxnSpPr>
        <p:spPr>
          <a:xfrm>
            <a:off x="3097440" y="1165680"/>
            <a:ext cx="1360440" cy="114840"/>
          </a:xfrm>
          <a:prstGeom prst="straightConnector1">
            <a:avLst/>
          </a:prstGeom>
          <a:ln>
            <a:noFill/>
          </a:ln>
        </p:spPr>
      </p:cxnSp>
      <p:cxnSp>
        <p:nvCxnSpPr>
          <p:cNvPr id="517" name="Straight Arrow Connector 52"/>
          <p:cNvCxnSpPr>
            <a:stCxn id="505" idx="3"/>
            <a:endCxn id="518" idx="2"/>
          </p:cNvCxnSpPr>
          <p:nvPr/>
        </p:nvCxnSpPr>
        <p:spPr>
          <a:xfrm>
            <a:off x="2174760" y="821160"/>
            <a:ext cx="265320" cy="47628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518" name="Oval 60"/>
          <p:cNvSpPr/>
          <p:nvPr/>
        </p:nvSpPr>
        <p:spPr>
          <a:xfrm>
            <a:off x="2439720" y="1125360"/>
            <a:ext cx="1009440" cy="343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u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Oval 65"/>
          <p:cNvSpPr/>
          <p:nvPr/>
        </p:nvSpPr>
        <p:spPr>
          <a:xfrm>
            <a:off x="1641240" y="41400"/>
            <a:ext cx="860760" cy="4075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l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Oval 66"/>
          <p:cNvSpPr/>
          <p:nvPr/>
        </p:nvSpPr>
        <p:spPr>
          <a:xfrm>
            <a:off x="45000" y="167400"/>
            <a:ext cx="860760" cy="4989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Start 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Oval 67"/>
          <p:cNvSpPr/>
          <p:nvPr/>
        </p:nvSpPr>
        <p:spPr>
          <a:xfrm>
            <a:off x="2620080" y="493560"/>
            <a:ext cx="1060200" cy="50868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Projec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20" name="Straight Arrow Connector 69"/>
          <p:cNvCxnSpPr>
            <a:stCxn id="505" idx="0"/>
            <a:endCxn id="519" idx="2"/>
          </p:cNvCxnSpPr>
          <p:nvPr/>
        </p:nvCxnSpPr>
        <p:spPr>
          <a:xfrm flipH="1" flipV="1">
            <a:off x="1641240" y="245160"/>
            <a:ext cx="42480" cy="32184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521" name="Connector: Elbow 143"/>
          <p:cNvCxnSpPr>
            <a:stCxn id="505" idx="2"/>
            <a:endCxn id="514" idx="1"/>
          </p:cNvCxnSpPr>
          <p:nvPr/>
        </p:nvCxnSpPr>
        <p:spPr>
          <a:xfrm flipH="1" rot="16200000">
            <a:off x="1739880" y="1018440"/>
            <a:ext cx="777960" cy="891360"/>
          </a:xfrm>
          <a:prstGeom prst="curvedConnector2">
            <a:avLst/>
          </a:prstGeom>
          <a:ln w="38100">
            <a:solidFill>
              <a:srgbClr val="000000">
                <a:lumMod val="95000"/>
                <a:lumOff val="5000"/>
              </a:srgbClr>
            </a:solidFill>
          </a:ln>
        </p:spPr>
      </p:cxnSp>
      <p:sp>
        <p:nvSpPr>
          <p:cNvPr id="514" name="Diamond 167"/>
          <p:cNvSpPr/>
          <p:nvPr/>
        </p:nvSpPr>
        <p:spPr>
          <a:xfrm>
            <a:off x="2574360" y="1564560"/>
            <a:ext cx="1569240" cy="5767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contribute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Rectangle 2"/>
          <p:cNvSpPr/>
          <p:nvPr/>
        </p:nvSpPr>
        <p:spPr>
          <a:xfrm>
            <a:off x="4114800" y="41400"/>
            <a:ext cx="1249200" cy="38052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Rectangle 1"/>
          <p:cNvSpPr/>
          <p:nvPr/>
        </p:nvSpPr>
        <p:spPr>
          <a:xfrm>
            <a:off x="1191960" y="566640"/>
            <a:ext cx="982800" cy="5086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j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23" name="Straight Arrow Connector 12"/>
          <p:cNvCxnSpPr>
            <a:stCxn id="522" idx="2"/>
            <a:endCxn id="524" idx="0"/>
          </p:cNvCxnSpPr>
          <p:nvPr/>
        </p:nvCxnSpPr>
        <p:spPr>
          <a:xfrm flipH="1">
            <a:off x="529200" y="1075320"/>
            <a:ext cx="1154520" cy="118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525" name="Straight Arrow Connector 14"/>
          <p:cNvCxnSpPr>
            <a:stCxn id="522" idx="3"/>
            <a:endCxn id="526" idx="2"/>
          </p:cNvCxnSpPr>
          <p:nvPr/>
        </p:nvCxnSpPr>
        <p:spPr>
          <a:xfrm flipV="1">
            <a:off x="2174760" y="748080"/>
            <a:ext cx="445680" cy="734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527" name="Straight Arrow Connector 16"/>
          <p:cNvCxnSpPr>
            <a:stCxn id="522" idx="1"/>
            <a:endCxn id="528" idx="7"/>
          </p:cNvCxnSpPr>
          <p:nvPr/>
        </p:nvCxnSpPr>
        <p:spPr>
          <a:xfrm flipH="1" flipV="1">
            <a:off x="779760" y="240480"/>
            <a:ext cx="412560" cy="5810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529" name="Straight Arrow Connector 25"/>
          <p:cNvCxnSpPr>
            <a:stCxn id="530" idx="2"/>
            <a:endCxn id="531" idx="3"/>
          </p:cNvCxnSpPr>
          <p:nvPr/>
        </p:nvCxnSpPr>
        <p:spPr>
          <a:xfrm flipH="1">
            <a:off x="4143600" y="421920"/>
            <a:ext cx="596160" cy="143136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524" name="Oval 5"/>
          <p:cNvSpPr/>
          <p:nvPr/>
        </p:nvSpPr>
        <p:spPr>
          <a:xfrm>
            <a:off x="98640" y="1086840"/>
            <a:ext cx="860760" cy="4989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End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32" name="Straight Arrow Connector 43"/>
          <p:cNvCxnSpPr>
            <a:endCxn id="522" idx="3"/>
          </p:cNvCxnSpPr>
          <p:nvPr/>
        </p:nvCxnSpPr>
        <p:spPr>
          <a:xfrm flipH="1">
            <a:off x="2174760" y="732600"/>
            <a:ext cx="678240" cy="88920"/>
          </a:xfrm>
          <a:prstGeom prst="straightConnector1">
            <a:avLst/>
          </a:prstGeom>
          <a:ln>
            <a:noFill/>
          </a:ln>
        </p:spPr>
      </p:cxnSp>
      <p:cxnSp>
        <p:nvCxnSpPr>
          <p:cNvPr id="533" name="Straight Arrow Connector 48"/>
          <p:cNvCxnSpPr/>
          <p:nvPr/>
        </p:nvCxnSpPr>
        <p:spPr>
          <a:xfrm>
            <a:off x="3097440" y="1165680"/>
            <a:ext cx="1360440" cy="114840"/>
          </a:xfrm>
          <a:prstGeom prst="straightConnector1">
            <a:avLst/>
          </a:prstGeom>
          <a:ln>
            <a:noFill/>
          </a:ln>
        </p:spPr>
      </p:cxnSp>
      <p:cxnSp>
        <p:nvCxnSpPr>
          <p:cNvPr id="534" name="Straight Arrow Connector 52"/>
          <p:cNvCxnSpPr>
            <a:stCxn id="522" idx="3"/>
            <a:endCxn id="535" idx="2"/>
          </p:cNvCxnSpPr>
          <p:nvPr/>
        </p:nvCxnSpPr>
        <p:spPr>
          <a:xfrm>
            <a:off x="2174760" y="821160"/>
            <a:ext cx="265320" cy="476280"/>
          </a:xfrm>
          <a:prstGeom prst="straightConnector1">
            <a:avLst/>
          </a:prstGeom>
          <a:ln>
            <a:solidFill>
              <a:srgbClr val="000000"/>
            </a:solidFill>
            <a:tailEnd len="med" type="arrow" w="med"/>
          </a:ln>
        </p:spPr>
      </p:cxnSp>
      <p:sp>
        <p:nvSpPr>
          <p:cNvPr id="535" name="Oval 60"/>
          <p:cNvSpPr/>
          <p:nvPr/>
        </p:nvSpPr>
        <p:spPr>
          <a:xfrm>
            <a:off x="2439720" y="1125360"/>
            <a:ext cx="1009440" cy="343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status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Oval 65"/>
          <p:cNvSpPr/>
          <p:nvPr/>
        </p:nvSpPr>
        <p:spPr>
          <a:xfrm>
            <a:off x="1641240" y="41400"/>
            <a:ext cx="860760" cy="4075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l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Oval 66"/>
          <p:cNvSpPr/>
          <p:nvPr/>
        </p:nvSpPr>
        <p:spPr>
          <a:xfrm>
            <a:off x="45000" y="167400"/>
            <a:ext cx="860760" cy="4989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d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Oval 67"/>
          <p:cNvSpPr/>
          <p:nvPr/>
        </p:nvSpPr>
        <p:spPr>
          <a:xfrm>
            <a:off x="2620080" y="493560"/>
            <a:ext cx="1075320" cy="50868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Project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37" name="Straight Arrow Connector 69"/>
          <p:cNvCxnSpPr>
            <a:stCxn id="522" idx="0"/>
            <a:endCxn id="536" idx="2"/>
          </p:cNvCxnSpPr>
          <p:nvPr/>
        </p:nvCxnSpPr>
        <p:spPr>
          <a:xfrm flipH="1" flipV="1">
            <a:off x="1641240" y="245160"/>
            <a:ext cx="42480" cy="32184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538" name="Connector: Elbow 143"/>
          <p:cNvCxnSpPr>
            <a:stCxn id="522" idx="2"/>
            <a:endCxn id="531" idx="1"/>
          </p:cNvCxnSpPr>
          <p:nvPr/>
        </p:nvCxnSpPr>
        <p:spPr>
          <a:xfrm flipH="1" rot="16200000">
            <a:off x="1739880" y="1018440"/>
            <a:ext cx="777960" cy="891360"/>
          </a:xfrm>
          <a:prstGeom prst="curvedConnector2">
            <a:avLst/>
          </a:prstGeom>
          <a:ln w="38100">
            <a:solidFill>
              <a:srgbClr val="000000">
                <a:lumMod val="95000"/>
                <a:lumOff val="5000"/>
              </a:srgbClr>
            </a:solidFill>
          </a:ln>
        </p:spPr>
      </p:cxnSp>
      <p:sp>
        <p:nvSpPr>
          <p:cNvPr id="531" name="Diamond 167"/>
          <p:cNvSpPr/>
          <p:nvPr/>
        </p:nvSpPr>
        <p:spPr>
          <a:xfrm>
            <a:off x="2574360" y="1564560"/>
            <a:ext cx="1569240" cy="5767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contribute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Rectangle 5"/>
          <p:cNvSpPr/>
          <p:nvPr/>
        </p:nvSpPr>
        <p:spPr>
          <a:xfrm>
            <a:off x="4114800" y="41400"/>
            <a:ext cx="1249200" cy="38052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Arc 1"/>
          <p:cNvSpPr/>
          <p:nvPr/>
        </p:nvSpPr>
        <p:spPr>
          <a:xfrm>
            <a:off x="518040" y="2202120"/>
            <a:ext cx="1656360" cy="937080"/>
          </a:xfrm>
          <a:prstGeom prst="arc">
            <a:avLst>
              <a:gd name="adj1" fmla="val 16200000"/>
              <a:gd name="adj2" fmla="val 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0" name="Arc 2"/>
          <p:cNvSpPr/>
          <p:nvPr/>
        </p:nvSpPr>
        <p:spPr>
          <a:xfrm>
            <a:off x="906120" y="2400480"/>
            <a:ext cx="518400" cy="937080"/>
          </a:xfrm>
          <a:prstGeom prst="arc">
            <a:avLst>
              <a:gd name="adj1" fmla="val 16200000"/>
              <a:gd name="adj2" fmla="val 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541" name="Connector: Elbow 7"/>
          <p:cNvCxnSpPr/>
          <p:nvPr/>
        </p:nvCxnSpPr>
        <p:spPr>
          <a:xfrm flipH="1" flipV="1" rot="5400000">
            <a:off x="58680" y="2245320"/>
            <a:ext cx="1249200" cy="1162800"/>
          </a:xfrm>
          <a:prstGeom prst="bentConnector3">
            <a:avLst>
              <a:gd name="adj1" fmla="val 49985"/>
            </a:avLst>
          </a:prstGeom>
          <a:ln>
            <a:noFill/>
          </a:ln>
        </p:spPr>
      </p:cxnSp>
      <p:sp>
        <p:nvSpPr>
          <p:cNvPr id="542" name="Arc 30"/>
          <p:cNvSpPr/>
          <p:nvPr/>
        </p:nvSpPr>
        <p:spPr>
          <a:xfrm>
            <a:off x="4635720" y="1661040"/>
            <a:ext cx="1807920" cy="1935000"/>
          </a:xfrm>
          <a:prstGeom prst="arc">
            <a:avLst>
              <a:gd name="adj1" fmla="val 10354116"/>
              <a:gd name="adj2" fmla="val 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543" name="Connector: Elbow 1"/>
          <p:cNvCxnSpPr>
            <a:stCxn id="522" idx="2"/>
            <a:endCxn id="544" idx="1"/>
          </p:cNvCxnSpPr>
          <p:nvPr/>
        </p:nvCxnSpPr>
        <p:spPr>
          <a:xfrm flipH="1" rot="16200000">
            <a:off x="1820160" y="938520"/>
            <a:ext cx="1624320" cy="1897560"/>
          </a:xfrm>
          <a:prstGeom prst="curvedConnector2">
            <a:avLst/>
          </a:prstGeom>
          <a:ln w="38100">
            <a:solidFill>
              <a:srgbClr val="000000">
                <a:lumMod val="95000"/>
                <a:lumOff val="5000"/>
              </a:srgbClr>
            </a:solidFill>
          </a:ln>
        </p:spPr>
      </p:cxnSp>
      <p:sp>
        <p:nvSpPr>
          <p:cNvPr id="544" name="Diamond 38"/>
          <p:cNvSpPr/>
          <p:nvPr/>
        </p:nvSpPr>
        <p:spPr>
          <a:xfrm rot="58200">
            <a:off x="3580200" y="2494080"/>
            <a:ext cx="1068480" cy="42768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funds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45" name="Straight Arrow Connector 42"/>
          <p:cNvCxnSpPr>
            <a:stCxn id="530" idx="2"/>
            <a:endCxn id="544" idx="0"/>
          </p:cNvCxnSpPr>
          <p:nvPr/>
        </p:nvCxnSpPr>
        <p:spPr>
          <a:xfrm flipH="1">
            <a:off x="4118400" y="421920"/>
            <a:ext cx="621360" cy="20728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546" name="Rectangle 6"/>
          <p:cNvSpPr/>
          <p:nvPr/>
        </p:nvSpPr>
        <p:spPr>
          <a:xfrm>
            <a:off x="7502760" y="1344240"/>
            <a:ext cx="982800" cy="5086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47" name="Straight Arrow Connector 47"/>
          <p:cNvCxnSpPr>
            <a:stCxn id="546" idx="2"/>
            <a:endCxn id="548" idx="4"/>
          </p:cNvCxnSpPr>
          <p:nvPr/>
        </p:nvCxnSpPr>
        <p:spPr>
          <a:xfrm flipH="1">
            <a:off x="6754320" y="1852920"/>
            <a:ext cx="1240200" cy="2606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549" name="Straight Arrow Connector 49"/>
          <p:cNvCxnSpPr>
            <a:stCxn id="546" idx="3"/>
            <a:endCxn id="550" idx="2"/>
          </p:cNvCxnSpPr>
          <p:nvPr/>
        </p:nvCxnSpPr>
        <p:spPr>
          <a:xfrm>
            <a:off x="8485560" y="1598760"/>
            <a:ext cx="449640" cy="1915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551" name="Straight Arrow Connector 50"/>
          <p:cNvCxnSpPr>
            <a:stCxn id="546" idx="1"/>
            <a:endCxn id="552" idx="4"/>
          </p:cNvCxnSpPr>
          <p:nvPr/>
        </p:nvCxnSpPr>
        <p:spPr>
          <a:xfrm flipH="1" flipV="1">
            <a:off x="6867720" y="813600"/>
            <a:ext cx="635400" cy="7855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553" name="Straight Arrow Connector 53"/>
          <p:cNvCxnSpPr>
            <a:stCxn id="546" idx="3"/>
            <a:endCxn id="554" idx="2"/>
          </p:cNvCxnSpPr>
          <p:nvPr/>
        </p:nvCxnSpPr>
        <p:spPr>
          <a:xfrm flipV="1">
            <a:off x="8485560" y="677520"/>
            <a:ext cx="403200" cy="92160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554" name="Oval 54"/>
          <p:cNvSpPr/>
          <p:nvPr/>
        </p:nvSpPr>
        <p:spPr>
          <a:xfrm>
            <a:off x="8888400" y="464400"/>
            <a:ext cx="1068840" cy="42588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Granted amount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Oval 55"/>
          <p:cNvSpPr/>
          <p:nvPr/>
        </p:nvSpPr>
        <p:spPr>
          <a:xfrm>
            <a:off x="7521480" y="376920"/>
            <a:ext cx="1114920" cy="4075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Budgetar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y line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56" name="Straight Arrow Connector 56"/>
          <p:cNvCxnSpPr>
            <a:stCxn id="546" idx="0"/>
            <a:endCxn id="555" idx="4"/>
          </p:cNvCxnSpPr>
          <p:nvPr/>
        </p:nvCxnSpPr>
        <p:spPr>
          <a:xfrm flipV="1">
            <a:off x="7994160" y="784440"/>
            <a:ext cx="85320" cy="56016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552" name="Oval 80"/>
          <p:cNvSpPr/>
          <p:nvPr/>
        </p:nvSpPr>
        <p:spPr>
          <a:xfrm rot="19613400">
            <a:off x="6198120" y="438840"/>
            <a:ext cx="1114920" cy="4075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d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Oval 88"/>
          <p:cNvSpPr/>
          <p:nvPr/>
        </p:nvSpPr>
        <p:spPr>
          <a:xfrm rot="20158200">
            <a:off x="6113520" y="1722960"/>
            <a:ext cx="1114920" cy="4075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End date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Oval 93"/>
          <p:cNvSpPr/>
          <p:nvPr/>
        </p:nvSpPr>
        <p:spPr>
          <a:xfrm>
            <a:off x="8934840" y="1586160"/>
            <a:ext cx="1067760" cy="4075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Disbursed amount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57" name="Connector: Elbow 2"/>
          <p:cNvCxnSpPr>
            <a:stCxn id="544" idx="3"/>
            <a:endCxn id="546" idx="2"/>
          </p:cNvCxnSpPr>
          <p:nvPr/>
        </p:nvCxnSpPr>
        <p:spPr>
          <a:xfrm flipV="1">
            <a:off x="4649400" y="1852920"/>
            <a:ext cx="3345120" cy="864720"/>
          </a:xfrm>
          <a:prstGeom prst="curvedConnector2">
            <a:avLst/>
          </a:prstGeom>
          <a:ln w="9525">
            <a:solidFill>
              <a:srgbClr val="000000">
                <a:lumMod val="95000"/>
                <a:lumOff val="5000"/>
              </a:srgbClr>
            </a:solidFill>
          </a:ln>
        </p:spPr>
      </p:cxnSp>
      <p:sp>
        <p:nvSpPr>
          <p:cNvPr id="558" name="Diamond 116"/>
          <p:cNvSpPr/>
          <p:nvPr/>
        </p:nvSpPr>
        <p:spPr>
          <a:xfrm rot="948000">
            <a:off x="5135400" y="972000"/>
            <a:ext cx="1422720" cy="395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manages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59" name="Straight Arrow Connector 118"/>
          <p:cNvCxnSpPr>
            <a:stCxn id="546" idx="1"/>
            <a:endCxn id="558" idx="3"/>
          </p:cNvCxnSpPr>
          <p:nvPr/>
        </p:nvCxnSpPr>
        <p:spPr>
          <a:xfrm flipH="1" flipV="1">
            <a:off x="6531840" y="1363680"/>
            <a:ext cx="971280" cy="235440"/>
          </a:xfrm>
          <a:prstGeom prst="straightConnector1">
            <a:avLst/>
          </a:prstGeom>
          <a:ln w="38100"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560" name="Connector: Elbow 3"/>
          <p:cNvCxnSpPr>
            <a:stCxn id="530" idx="2"/>
            <a:endCxn id="558" idx="1"/>
          </p:cNvCxnSpPr>
          <p:nvPr/>
        </p:nvCxnSpPr>
        <p:spPr>
          <a:xfrm flipH="1" rot="16200000">
            <a:off x="4673880" y="487440"/>
            <a:ext cx="554760" cy="423720"/>
          </a:xfrm>
          <a:prstGeom prst="curvedConnector2">
            <a:avLst/>
          </a:prstGeom>
          <a:ln w="9525">
            <a:solidFill>
              <a:srgbClr val="000000">
                <a:lumMod val="95000"/>
                <a:lumOff val="5000"/>
              </a:srgbClr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Rectangle 3"/>
          <p:cNvSpPr/>
          <p:nvPr/>
        </p:nvSpPr>
        <p:spPr>
          <a:xfrm>
            <a:off x="1191960" y="566640"/>
            <a:ext cx="982800" cy="5086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Projects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62" name="Straight Arrow Connector 12"/>
          <p:cNvCxnSpPr>
            <a:stCxn id="561" idx="2"/>
            <a:endCxn id="563" idx="0"/>
          </p:cNvCxnSpPr>
          <p:nvPr/>
        </p:nvCxnSpPr>
        <p:spPr>
          <a:xfrm flipH="1">
            <a:off x="529200" y="1075320"/>
            <a:ext cx="1154520" cy="118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564" name="Straight Arrow Connector 14"/>
          <p:cNvCxnSpPr>
            <a:stCxn id="561" idx="3"/>
            <a:endCxn id="565" idx="2"/>
          </p:cNvCxnSpPr>
          <p:nvPr/>
        </p:nvCxnSpPr>
        <p:spPr>
          <a:xfrm flipV="1">
            <a:off x="2174760" y="748080"/>
            <a:ext cx="445680" cy="734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566" name="Straight Arrow Connector 16"/>
          <p:cNvCxnSpPr>
            <a:stCxn id="561" idx="1"/>
            <a:endCxn id="567" idx="7"/>
          </p:cNvCxnSpPr>
          <p:nvPr/>
        </p:nvCxnSpPr>
        <p:spPr>
          <a:xfrm flipH="1" flipV="1">
            <a:off x="779760" y="240480"/>
            <a:ext cx="412560" cy="5810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568" name="Straight Arrow Connector 25"/>
          <p:cNvCxnSpPr>
            <a:stCxn id="569" idx="2"/>
            <a:endCxn id="570" idx="3"/>
          </p:cNvCxnSpPr>
          <p:nvPr/>
        </p:nvCxnSpPr>
        <p:spPr>
          <a:xfrm flipH="1">
            <a:off x="4143600" y="421920"/>
            <a:ext cx="596160" cy="143136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563" name="Oval 5"/>
          <p:cNvSpPr/>
          <p:nvPr/>
        </p:nvSpPr>
        <p:spPr>
          <a:xfrm>
            <a:off x="98640" y="1086840"/>
            <a:ext cx="860760" cy="4989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End 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71" name="Straight Arrow Connector 43"/>
          <p:cNvCxnSpPr>
            <a:endCxn id="561" idx="3"/>
          </p:cNvCxnSpPr>
          <p:nvPr/>
        </p:nvCxnSpPr>
        <p:spPr>
          <a:xfrm flipH="1">
            <a:off x="2174760" y="732600"/>
            <a:ext cx="678240" cy="88920"/>
          </a:xfrm>
          <a:prstGeom prst="straightConnector1">
            <a:avLst/>
          </a:prstGeom>
          <a:ln>
            <a:noFill/>
          </a:ln>
        </p:spPr>
      </p:cxnSp>
      <p:cxnSp>
        <p:nvCxnSpPr>
          <p:cNvPr id="572" name="Straight Arrow Connector 48"/>
          <p:cNvCxnSpPr/>
          <p:nvPr/>
        </p:nvCxnSpPr>
        <p:spPr>
          <a:xfrm>
            <a:off x="3097440" y="1165680"/>
            <a:ext cx="1360440" cy="114840"/>
          </a:xfrm>
          <a:prstGeom prst="straightConnector1">
            <a:avLst/>
          </a:prstGeom>
          <a:ln>
            <a:noFill/>
          </a:ln>
        </p:spPr>
      </p:cxnSp>
      <p:cxnSp>
        <p:nvCxnSpPr>
          <p:cNvPr id="573" name="Straight Arrow Connector 52"/>
          <p:cNvCxnSpPr>
            <a:stCxn id="561" idx="3"/>
            <a:endCxn id="574" idx="2"/>
          </p:cNvCxnSpPr>
          <p:nvPr/>
        </p:nvCxnSpPr>
        <p:spPr>
          <a:xfrm>
            <a:off x="2174760" y="821160"/>
            <a:ext cx="265320" cy="476280"/>
          </a:xfrm>
          <a:prstGeom prst="straightConnector1">
            <a:avLst/>
          </a:prstGeom>
          <a:ln>
            <a:solidFill>
              <a:srgbClr val="000000"/>
            </a:solidFill>
            <a:tailEnd len="med" type="arrow" w="med"/>
          </a:ln>
        </p:spPr>
      </p:cxnSp>
      <p:sp>
        <p:nvSpPr>
          <p:cNvPr id="574" name="Oval 60"/>
          <p:cNvSpPr/>
          <p:nvPr/>
        </p:nvSpPr>
        <p:spPr>
          <a:xfrm>
            <a:off x="2439720" y="1125360"/>
            <a:ext cx="1009440" cy="343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u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Oval 65"/>
          <p:cNvSpPr/>
          <p:nvPr/>
        </p:nvSpPr>
        <p:spPr>
          <a:xfrm>
            <a:off x="1641240" y="41400"/>
            <a:ext cx="860760" cy="4075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Title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Oval 66"/>
          <p:cNvSpPr/>
          <p:nvPr/>
        </p:nvSpPr>
        <p:spPr>
          <a:xfrm>
            <a:off x="45000" y="167400"/>
            <a:ext cx="860760" cy="4989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Start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Oval 67"/>
          <p:cNvSpPr/>
          <p:nvPr/>
        </p:nvSpPr>
        <p:spPr>
          <a:xfrm>
            <a:off x="2620080" y="493560"/>
            <a:ext cx="1075320" cy="50868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j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d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76" name="Straight Arrow Connector 69"/>
          <p:cNvCxnSpPr>
            <a:stCxn id="561" idx="0"/>
            <a:endCxn id="575" idx="2"/>
          </p:cNvCxnSpPr>
          <p:nvPr/>
        </p:nvCxnSpPr>
        <p:spPr>
          <a:xfrm flipH="1" flipV="1">
            <a:off x="1641240" y="245160"/>
            <a:ext cx="42480" cy="32184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577" name="Connector: Elbow 143"/>
          <p:cNvCxnSpPr>
            <a:stCxn id="561" idx="2"/>
            <a:endCxn id="570" idx="1"/>
          </p:cNvCxnSpPr>
          <p:nvPr/>
        </p:nvCxnSpPr>
        <p:spPr>
          <a:xfrm flipH="1" rot="16200000">
            <a:off x="1739880" y="1018440"/>
            <a:ext cx="777960" cy="891360"/>
          </a:xfrm>
          <a:prstGeom prst="curvedConnector2">
            <a:avLst/>
          </a:prstGeom>
          <a:ln w="38100">
            <a:solidFill>
              <a:srgbClr val="000000">
                <a:lumMod val="95000"/>
                <a:lumOff val="5000"/>
              </a:srgbClr>
            </a:solidFill>
          </a:ln>
        </p:spPr>
      </p:cxnSp>
      <p:sp>
        <p:nvSpPr>
          <p:cNvPr id="570" name="Diamond 167"/>
          <p:cNvSpPr/>
          <p:nvPr/>
        </p:nvSpPr>
        <p:spPr>
          <a:xfrm>
            <a:off x="2574360" y="1564560"/>
            <a:ext cx="1569240" cy="5767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contribute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Rectangle 4"/>
          <p:cNvSpPr/>
          <p:nvPr/>
        </p:nvSpPr>
        <p:spPr>
          <a:xfrm>
            <a:off x="4114800" y="41400"/>
            <a:ext cx="1249200" cy="38052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Arc 1"/>
          <p:cNvSpPr/>
          <p:nvPr/>
        </p:nvSpPr>
        <p:spPr>
          <a:xfrm>
            <a:off x="518040" y="2202120"/>
            <a:ext cx="1656360" cy="937080"/>
          </a:xfrm>
          <a:prstGeom prst="arc">
            <a:avLst>
              <a:gd name="adj1" fmla="val 16200000"/>
              <a:gd name="adj2" fmla="val 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9" name="Arc 2"/>
          <p:cNvSpPr/>
          <p:nvPr/>
        </p:nvSpPr>
        <p:spPr>
          <a:xfrm>
            <a:off x="906120" y="2400480"/>
            <a:ext cx="518400" cy="937080"/>
          </a:xfrm>
          <a:prstGeom prst="arc">
            <a:avLst>
              <a:gd name="adj1" fmla="val 16200000"/>
              <a:gd name="adj2" fmla="val 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580" name="Connector: Elbow 7"/>
          <p:cNvCxnSpPr/>
          <p:nvPr/>
        </p:nvCxnSpPr>
        <p:spPr>
          <a:xfrm flipH="1" flipV="1" rot="5400000">
            <a:off x="375120" y="2862720"/>
            <a:ext cx="1249560" cy="1162440"/>
          </a:xfrm>
          <a:prstGeom prst="bentConnector3">
            <a:avLst>
              <a:gd name="adj1" fmla="val 49971"/>
            </a:avLst>
          </a:prstGeom>
          <a:ln>
            <a:noFill/>
          </a:ln>
        </p:spPr>
      </p:cxnSp>
      <p:sp>
        <p:nvSpPr>
          <p:cNvPr id="581" name="Arc 30"/>
          <p:cNvSpPr/>
          <p:nvPr/>
        </p:nvSpPr>
        <p:spPr>
          <a:xfrm>
            <a:off x="4183560" y="2003760"/>
            <a:ext cx="1807920" cy="1935000"/>
          </a:xfrm>
          <a:prstGeom prst="arc">
            <a:avLst>
              <a:gd name="adj1" fmla="val 10354116"/>
              <a:gd name="adj2" fmla="val 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582" name="Connector: Elbow 1"/>
          <p:cNvCxnSpPr>
            <a:stCxn id="561" idx="2"/>
            <a:endCxn id="583" idx="1"/>
          </p:cNvCxnSpPr>
          <p:nvPr/>
        </p:nvCxnSpPr>
        <p:spPr>
          <a:xfrm flipH="1" rot="16200000">
            <a:off x="1820160" y="938520"/>
            <a:ext cx="1624320" cy="1897560"/>
          </a:xfrm>
          <a:prstGeom prst="curvedConnector2">
            <a:avLst/>
          </a:prstGeom>
          <a:ln w="38100">
            <a:solidFill>
              <a:srgbClr val="000000">
                <a:lumMod val="95000"/>
                <a:lumOff val="5000"/>
              </a:srgbClr>
            </a:solidFill>
          </a:ln>
        </p:spPr>
      </p:cxnSp>
      <p:sp>
        <p:nvSpPr>
          <p:cNvPr id="583" name="Diamond 38"/>
          <p:cNvSpPr/>
          <p:nvPr/>
        </p:nvSpPr>
        <p:spPr>
          <a:xfrm rot="58200">
            <a:off x="3580200" y="2494080"/>
            <a:ext cx="1068480" cy="42768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funds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84" name="Straight Arrow Connector 42"/>
          <p:cNvCxnSpPr>
            <a:stCxn id="569" idx="2"/>
            <a:endCxn id="583" idx="0"/>
          </p:cNvCxnSpPr>
          <p:nvPr/>
        </p:nvCxnSpPr>
        <p:spPr>
          <a:xfrm flipH="1">
            <a:off x="4118400" y="421920"/>
            <a:ext cx="621360" cy="20728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585" name="Rectangle 9"/>
          <p:cNvSpPr/>
          <p:nvPr/>
        </p:nvSpPr>
        <p:spPr>
          <a:xfrm>
            <a:off x="7502760" y="1344240"/>
            <a:ext cx="982800" cy="5086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Budget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86" name="Straight Arrow Connector 47"/>
          <p:cNvCxnSpPr>
            <a:stCxn id="585" idx="2"/>
            <a:endCxn id="587" idx="4"/>
          </p:cNvCxnSpPr>
          <p:nvPr/>
        </p:nvCxnSpPr>
        <p:spPr>
          <a:xfrm flipH="1">
            <a:off x="6754320" y="1852920"/>
            <a:ext cx="1240200" cy="2606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588" name="Straight Arrow Connector 49"/>
          <p:cNvCxnSpPr>
            <a:stCxn id="585" idx="3"/>
            <a:endCxn id="589" idx="2"/>
          </p:cNvCxnSpPr>
          <p:nvPr/>
        </p:nvCxnSpPr>
        <p:spPr>
          <a:xfrm>
            <a:off x="8485560" y="1598760"/>
            <a:ext cx="449640" cy="1915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590" name="Straight Arrow Connector 50"/>
          <p:cNvCxnSpPr>
            <a:stCxn id="585" idx="1"/>
            <a:endCxn id="591" idx="4"/>
          </p:cNvCxnSpPr>
          <p:nvPr/>
        </p:nvCxnSpPr>
        <p:spPr>
          <a:xfrm flipH="1" flipV="1">
            <a:off x="6867720" y="813600"/>
            <a:ext cx="635400" cy="7855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592" name="Straight Arrow Connector 53"/>
          <p:cNvCxnSpPr>
            <a:stCxn id="585" idx="3"/>
            <a:endCxn id="593" idx="2"/>
          </p:cNvCxnSpPr>
          <p:nvPr/>
        </p:nvCxnSpPr>
        <p:spPr>
          <a:xfrm flipV="1">
            <a:off x="8485560" y="677520"/>
            <a:ext cx="403200" cy="92160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593" name="Oval 54"/>
          <p:cNvSpPr/>
          <p:nvPr/>
        </p:nvSpPr>
        <p:spPr>
          <a:xfrm>
            <a:off x="8888400" y="464400"/>
            <a:ext cx="1068840" cy="42588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Granted amount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Oval 55"/>
          <p:cNvSpPr/>
          <p:nvPr/>
        </p:nvSpPr>
        <p:spPr>
          <a:xfrm>
            <a:off x="7521480" y="376920"/>
            <a:ext cx="1114920" cy="4075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Budgetary line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95" name="Straight Arrow Connector 56"/>
          <p:cNvCxnSpPr>
            <a:stCxn id="585" idx="0"/>
            <a:endCxn id="594" idx="4"/>
          </p:cNvCxnSpPr>
          <p:nvPr/>
        </p:nvCxnSpPr>
        <p:spPr>
          <a:xfrm flipV="1">
            <a:off x="7994160" y="784440"/>
            <a:ext cx="85320" cy="56016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591" name="Oval 80"/>
          <p:cNvSpPr/>
          <p:nvPr/>
        </p:nvSpPr>
        <p:spPr>
          <a:xfrm rot="19613400">
            <a:off x="6198120" y="438840"/>
            <a:ext cx="1114920" cy="4075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Start date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Oval 88"/>
          <p:cNvSpPr/>
          <p:nvPr/>
        </p:nvSpPr>
        <p:spPr>
          <a:xfrm rot="20158200">
            <a:off x="6113520" y="1722960"/>
            <a:ext cx="1114920" cy="4075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End date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Oval 93"/>
          <p:cNvSpPr/>
          <p:nvPr/>
        </p:nvSpPr>
        <p:spPr>
          <a:xfrm>
            <a:off x="8934840" y="1586160"/>
            <a:ext cx="1067760" cy="4075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Disbursed amount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96" name="Connector: Elbow 2"/>
          <p:cNvCxnSpPr>
            <a:stCxn id="583" idx="3"/>
            <a:endCxn id="585" idx="2"/>
          </p:cNvCxnSpPr>
          <p:nvPr/>
        </p:nvCxnSpPr>
        <p:spPr>
          <a:xfrm flipV="1">
            <a:off x="4649400" y="1852920"/>
            <a:ext cx="3345120" cy="864720"/>
          </a:xfrm>
          <a:prstGeom prst="curvedConnector2">
            <a:avLst/>
          </a:prstGeom>
          <a:ln w="9525">
            <a:solidFill>
              <a:srgbClr val="000000">
                <a:lumMod val="95000"/>
                <a:lumOff val="5000"/>
              </a:srgbClr>
            </a:solidFill>
          </a:ln>
        </p:spPr>
      </p:cxnSp>
      <p:sp>
        <p:nvSpPr>
          <p:cNvPr id="597" name="Diamond 116"/>
          <p:cNvSpPr/>
          <p:nvPr/>
        </p:nvSpPr>
        <p:spPr>
          <a:xfrm rot="948000">
            <a:off x="5135400" y="972000"/>
            <a:ext cx="1422720" cy="395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manages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98" name="Straight Arrow Connector 118"/>
          <p:cNvCxnSpPr>
            <a:stCxn id="585" idx="1"/>
            <a:endCxn id="597" idx="3"/>
          </p:cNvCxnSpPr>
          <p:nvPr/>
        </p:nvCxnSpPr>
        <p:spPr>
          <a:xfrm flipH="1" flipV="1">
            <a:off x="6531840" y="1363680"/>
            <a:ext cx="971280" cy="235440"/>
          </a:xfrm>
          <a:prstGeom prst="straightConnector1">
            <a:avLst/>
          </a:prstGeom>
          <a:ln w="38100"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599" name="Connector: Elbow 3"/>
          <p:cNvCxnSpPr>
            <a:stCxn id="569" idx="2"/>
            <a:endCxn id="597" idx="1"/>
          </p:cNvCxnSpPr>
          <p:nvPr/>
        </p:nvCxnSpPr>
        <p:spPr>
          <a:xfrm flipH="1" rot="16200000">
            <a:off x="4673880" y="487440"/>
            <a:ext cx="554760" cy="423720"/>
          </a:xfrm>
          <a:prstGeom prst="curvedConnector2">
            <a:avLst/>
          </a:prstGeom>
          <a:ln w="9525">
            <a:solidFill>
              <a:srgbClr val="000000">
                <a:lumMod val="95000"/>
                <a:lumOff val="5000"/>
              </a:srgbClr>
            </a:solidFill>
          </a:ln>
        </p:spPr>
      </p:cxnSp>
      <p:sp>
        <p:nvSpPr>
          <p:cNvPr id="600" name="Rectangle 11"/>
          <p:cNvSpPr/>
          <p:nvPr/>
        </p:nvSpPr>
        <p:spPr>
          <a:xfrm>
            <a:off x="898920" y="4221720"/>
            <a:ext cx="1164960" cy="5086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Equipment Model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01" name="Straight Arrow Connector 4"/>
          <p:cNvCxnSpPr>
            <a:stCxn id="600" idx="2"/>
            <a:endCxn id="602" idx="0"/>
          </p:cNvCxnSpPr>
          <p:nvPr/>
        </p:nvCxnSpPr>
        <p:spPr>
          <a:xfrm flipH="1">
            <a:off x="803160" y="4730400"/>
            <a:ext cx="678600" cy="36180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603" name="Straight Arrow Connector 6"/>
          <p:cNvCxnSpPr>
            <a:stCxn id="600" idx="3"/>
            <a:endCxn id="604" idx="2"/>
          </p:cNvCxnSpPr>
          <p:nvPr/>
        </p:nvCxnSpPr>
        <p:spPr>
          <a:xfrm flipV="1">
            <a:off x="2063880" y="4183920"/>
            <a:ext cx="605160" cy="2926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605" name="Straight Arrow Connector 8"/>
          <p:cNvCxnSpPr>
            <a:stCxn id="600" idx="1"/>
            <a:endCxn id="606" idx="4"/>
          </p:cNvCxnSpPr>
          <p:nvPr/>
        </p:nvCxnSpPr>
        <p:spPr>
          <a:xfrm flipH="1" flipV="1">
            <a:off x="581400" y="3991320"/>
            <a:ext cx="317880" cy="485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602" name="Oval 9"/>
          <p:cNvSpPr/>
          <p:nvPr/>
        </p:nvSpPr>
        <p:spPr>
          <a:xfrm>
            <a:off x="181440" y="5091840"/>
            <a:ext cx="1243440" cy="4197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Commercial name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07" name="Straight Arrow Connector 11"/>
          <p:cNvCxnSpPr>
            <a:endCxn id="600" idx="3"/>
          </p:cNvCxnSpPr>
          <p:nvPr/>
        </p:nvCxnSpPr>
        <p:spPr>
          <a:xfrm flipH="1">
            <a:off x="2063880" y="4387680"/>
            <a:ext cx="495720" cy="88920"/>
          </a:xfrm>
          <a:prstGeom prst="straightConnector1">
            <a:avLst/>
          </a:prstGeom>
          <a:ln>
            <a:noFill/>
          </a:ln>
        </p:spPr>
      </p:cxnSp>
      <p:cxnSp>
        <p:nvCxnSpPr>
          <p:cNvPr id="608" name="Straight Arrow Connector 13"/>
          <p:cNvCxnSpPr>
            <a:stCxn id="600" idx="3"/>
            <a:endCxn id="609" idx="2"/>
          </p:cNvCxnSpPr>
          <p:nvPr/>
        </p:nvCxnSpPr>
        <p:spPr>
          <a:xfrm>
            <a:off x="2063880" y="4476240"/>
            <a:ext cx="520920" cy="622080"/>
          </a:xfrm>
          <a:prstGeom prst="straightConnector1">
            <a:avLst/>
          </a:prstGeom>
          <a:ln>
            <a:solidFill>
              <a:srgbClr val="000000"/>
            </a:solidFill>
            <a:tailEnd len="med" type="arrow" w="med"/>
          </a:ln>
        </p:spPr>
      </p:cxnSp>
      <p:sp>
        <p:nvSpPr>
          <p:cNvPr id="609" name="Oval 15"/>
          <p:cNvSpPr/>
          <p:nvPr/>
        </p:nvSpPr>
        <p:spPr>
          <a:xfrm>
            <a:off x="2584440" y="4855680"/>
            <a:ext cx="977760" cy="4842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Model identifier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Oval 17"/>
          <p:cNvSpPr/>
          <p:nvPr/>
        </p:nvSpPr>
        <p:spPr>
          <a:xfrm>
            <a:off x="929520" y="3101760"/>
            <a:ext cx="1323000" cy="3441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manufacturer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Oval 18"/>
          <p:cNvSpPr/>
          <p:nvPr/>
        </p:nvSpPr>
        <p:spPr>
          <a:xfrm>
            <a:off x="2668680" y="3957840"/>
            <a:ext cx="977760" cy="4521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Special training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1" name="Straight Arrow Connector 19"/>
          <p:cNvCxnSpPr>
            <a:stCxn id="600" idx="0"/>
            <a:endCxn id="610" idx="4"/>
          </p:cNvCxnSpPr>
          <p:nvPr/>
        </p:nvCxnSpPr>
        <p:spPr>
          <a:xfrm flipV="1">
            <a:off x="1481400" y="3445920"/>
            <a:ext cx="110160" cy="77616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612" name="Connector: Elbow 4"/>
          <p:cNvCxnSpPr>
            <a:stCxn id="600" idx="2"/>
            <a:endCxn id="613" idx="1"/>
          </p:cNvCxnSpPr>
          <p:nvPr/>
        </p:nvCxnSpPr>
        <p:spPr>
          <a:xfrm flipH="1" rot="16200000">
            <a:off x="2164320" y="4047480"/>
            <a:ext cx="884160" cy="2249640"/>
          </a:xfrm>
          <a:prstGeom prst="curvedConnector2">
            <a:avLst/>
          </a:prstGeom>
          <a:ln w="38100">
            <a:solidFill>
              <a:srgbClr val="000000">
                <a:lumMod val="95000"/>
                <a:lumOff val="5000"/>
              </a:srgbClr>
            </a:solidFill>
          </a:ln>
        </p:spPr>
      </p:cxnSp>
      <p:sp>
        <p:nvSpPr>
          <p:cNvPr id="606" name="Oval 72"/>
          <p:cNvSpPr/>
          <p:nvPr/>
        </p:nvSpPr>
        <p:spPr>
          <a:xfrm rot="19681800">
            <a:off x="-22680" y="3555720"/>
            <a:ext cx="958680" cy="4701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category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4" name="Straight Arrow Connector 108"/>
          <p:cNvCxnSpPr>
            <a:stCxn id="600" idx="0"/>
            <a:endCxn id="615" idx="2"/>
          </p:cNvCxnSpPr>
          <p:nvPr/>
        </p:nvCxnSpPr>
        <p:spPr>
          <a:xfrm flipV="1">
            <a:off x="1481400" y="3791160"/>
            <a:ext cx="935280" cy="43092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615" name="Oval 113"/>
          <p:cNvSpPr/>
          <p:nvPr/>
        </p:nvSpPr>
        <p:spPr>
          <a:xfrm rot="20364600">
            <a:off x="2374560" y="3341880"/>
            <a:ext cx="1310040" cy="43668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Required environment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Diamond 130"/>
          <p:cNvSpPr/>
          <p:nvPr/>
        </p:nvSpPr>
        <p:spPr>
          <a:xfrm rot="19785000">
            <a:off x="3616560" y="4885200"/>
            <a:ext cx="1675800" cy="6109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Rectangle 7"/>
          <p:cNvSpPr/>
          <p:nvPr/>
        </p:nvSpPr>
        <p:spPr>
          <a:xfrm>
            <a:off x="1029960" y="589320"/>
            <a:ext cx="982800" cy="5086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Projects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7" name="Straight Arrow Connector 12"/>
          <p:cNvCxnSpPr>
            <a:stCxn id="616" idx="2"/>
            <a:endCxn id="618" idx="0"/>
          </p:cNvCxnSpPr>
          <p:nvPr/>
        </p:nvCxnSpPr>
        <p:spPr>
          <a:xfrm flipH="1" flipV="1">
            <a:off x="529200" y="1086840"/>
            <a:ext cx="992520" cy="115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619" name="Straight Arrow Connector 14"/>
          <p:cNvCxnSpPr>
            <a:stCxn id="616" idx="3"/>
            <a:endCxn id="620" idx="2"/>
          </p:cNvCxnSpPr>
          <p:nvPr/>
        </p:nvCxnSpPr>
        <p:spPr>
          <a:xfrm flipV="1">
            <a:off x="2012760" y="552960"/>
            <a:ext cx="563040" cy="2912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621" name="Straight Arrow Connector 16"/>
          <p:cNvCxnSpPr>
            <a:stCxn id="616" idx="1"/>
            <a:endCxn id="622" idx="4"/>
          </p:cNvCxnSpPr>
          <p:nvPr/>
        </p:nvCxnSpPr>
        <p:spPr>
          <a:xfrm flipH="1" flipV="1">
            <a:off x="475560" y="666360"/>
            <a:ext cx="554760" cy="1778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623" name="Straight Arrow Connector 25"/>
          <p:cNvCxnSpPr>
            <a:stCxn id="624" idx="2"/>
            <a:endCxn id="625" idx="3"/>
          </p:cNvCxnSpPr>
          <p:nvPr/>
        </p:nvCxnSpPr>
        <p:spPr>
          <a:xfrm flipH="1">
            <a:off x="4143600" y="421920"/>
            <a:ext cx="596160" cy="143136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618" name="Oval 5"/>
          <p:cNvSpPr/>
          <p:nvPr/>
        </p:nvSpPr>
        <p:spPr>
          <a:xfrm>
            <a:off x="98640" y="1086840"/>
            <a:ext cx="860760" cy="4989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End 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6" name="Straight Arrow Connector 43"/>
          <p:cNvCxnSpPr>
            <a:endCxn id="616" idx="3"/>
          </p:cNvCxnSpPr>
          <p:nvPr/>
        </p:nvCxnSpPr>
        <p:spPr>
          <a:xfrm flipH="1">
            <a:off x="2012760" y="755280"/>
            <a:ext cx="678240" cy="88920"/>
          </a:xfrm>
          <a:prstGeom prst="straightConnector1">
            <a:avLst/>
          </a:prstGeom>
          <a:ln>
            <a:noFill/>
          </a:ln>
        </p:spPr>
      </p:cxnSp>
      <p:cxnSp>
        <p:nvCxnSpPr>
          <p:cNvPr id="627" name="Straight Arrow Connector 48"/>
          <p:cNvCxnSpPr/>
          <p:nvPr/>
        </p:nvCxnSpPr>
        <p:spPr>
          <a:xfrm>
            <a:off x="3097440" y="1165680"/>
            <a:ext cx="1360440" cy="114840"/>
          </a:xfrm>
          <a:prstGeom prst="straightConnector1">
            <a:avLst/>
          </a:prstGeom>
          <a:ln>
            <a:noFill/>
          </a:ln>
        </p:spPr>
      </p:cxnSp>
      <p:cxnSp>
        <p:nvCxnSpPr>
          <p:cNvPr id="628" name="Straight Arrow Connector 52"/>
          <p:cNvCxnSpPr>
            <a:stCxn id="616" idx="3"/>
            <a:endCxn id="629" idx="2"/>
          </p:cNvCxnSpPr>
          <p:nvPr/>
        </p:nvCxnSpPr>
        <p:spPr>
          <a:xfrm>
            <a:off x="2012760" y="843840"/>
            <a:ext cx="427320" cy="453600"/>
          </a:xfrm>
          <a:prstGeom prst="straightConnector1">
            <a:avLst/>
          </a:prstGeom>
          <a:ln>
            <a:solidFill>
              <a:srgbClr val="000000"/>
            </a:solidFill>
            <a:tailEnd len="med" type="arrow" w="med"/>
          </a:ln>
        </p:spPr>
      </p:cxnSp>
      <p:sp>
        <p:nvSpPr>
          <p:cNvPr id="629" name="Oval 60"/>
          <p:cNvSpPr/>
          <p:nvPr/>
        </p:nvSpPr>
        <p:spPr>
          <a:xfrm>
            <a:off x="2439720" y="1125360"/>
            <a:ext cx="1009440" cy="343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status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Oval 65"/>
          <p:cNvSpPr/>
          <p:nvPr/>
        </p:nvSpPr>
        <p:spPr>
          <a:xfrm>
            <a:off x="1641240" y="41400"/>
            <a:ext cx="860760" cy="4075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Title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Oval 66"/>
          <p:cNvSpPr/>
          <p:nvPr/>
        </p:nvSpPr>
        <p:spPr>
          <a:xfrm>
            <a:off x="45000" y="167400"/>
            <a:ext cx="860760" cy="4989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Start 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Oval 67"/>
          <p:cNvSpPr/>
          <p:nvPr/>
        </p:nvSpPr>
        <p:spPr>
          <a:xfrm>
            <a:off x="2575440" y="298440"/>
            <a:ext cx="1075320" cy="50868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Project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1" name="Straight Arrow Connector 69"/>
          <p:cNvCxnSpPr>
            <a:stCxn id="616" idx="0"/>
            <a:endCxn id="630" idx="2"/>
          </p:cNvCxnSpPr>
          <p:nvPr/>
        </p:nvCxnSpPr>
        <p:spPr>
          <a:xfrm flipV="1">
            <a:off x="1521360" y="245160"/>
            <a:ext cx="120240" cy="34452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632" name="Connector: Elbow 143"/>
          <p:cNvCxnSpPr>
            <a:stCxn id="616" idx="2"/>
            <a:endCxn id="625" idx="1"/>
          </p:cNvCxnSpPr>
          <p:nvPr/>
        </p:nvCxnSpPr>
        <p:spPr>
          <a:xfrm flipH="1" rot="16200000">
            <a:off x="1670400" y="948600"/>
            <a:ext cx="755280" cy="1053360"/>
          </a:xfrm>
          <a:prstGeom prst="curvedConnector2">
            <a:avLst/>
          </a:prstGeom>
          <a:ln w="38100">
            <a:solidFill>
              <a:srgbClr val="000000">
                <a:lumMod val="95000"/>
                <a:lumOff val="5000"/>
              </a:srgbClr>
            </a:solidFill>
          </a:ln>
        </p:spPr>
      </p:cxnSp>
      <p:sp>
        <p:nvSpPr>
          <p:cNvPr id="625" name="Diamond 167"/>
          <p:cNvSpPr/>
          <p:nvPr/>
        </p:nvSpPr>
        <p:spPr>
          <a:xfrm>
            <a:off x="2574360" y="1564560"/>
            <a:ext cx="1569240" cy="5767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contribute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Rectangle 8"/>
          <p:cNvSpPr/>
          <p:nvPr/>
        </p:nvSpPr>
        <p:spPr>
          <a:xfrm>
            <a:off x="4114800" y="41400"/>
            <a:ext cx="1249200" cy="38052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Person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Arc 1"/>
          <p:cNvSpPr/>
          <p:nvPr/>
        </p:nvSpPr>
        <p:spPr>
          <a:xfrm>
            <a:off x="518040" y="2202120"/>
            <a:ext cx="1656360" cy="937080"/>
          </a:xfrm>
          <a:prstGeom prst="arc">
            <a:avLst>
              <a:gd name="adj1" fmla="val 16200000"/>
              <a:gd name="adj2" fmla="val 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4" name="Arc 2"/>
          <p:cNvSpPr/>
          <p:nvPr/>
        </p:nvSpPr>
        <p:spPr>
          <a:xfrm>
            <a:off x="906120" y="2400480"/>
            <a:ext cx="518400" cy="937080"/>
          </a:xfrm>
          <a:prstGeom prst="arc">
            <a:avLst>
              <a:gd name="adj1" fmla="val 16200000"/>
              <a:gd name="adj2" fmla="val 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635" name="Connector: Elbow 7"/>
          <p:cNvCxnSpPr/>
          <p:nvPr/>
        </p:nvCxnSpPr>
        <p:spPr>
          <a:xfrm flipH="1" flipV="1" rot="5400000">
            <a:off x="375120" y="2862720"/>
            <a:ext cx="1249560" cy="1162440"/>
          </a:xfrm>
          <a:prstGeom prst="bentConnector3">
            <a:avLst>
              <a:gd name="adj1" fmla="val 49971"/>
            </a:avLst>
          </a:prstGeom>
          <a:ln>
            <a:noFill/>
          </a:ln>
        </p:spPr>
      </p:cxnSp>
      <p:cxnSp>
        <p:nvCxnSpPr>
          <p:cNvPr id="636" name="Connector: Elbow 1"/>
          <p:cNvCxnSpPr>
            <a:stCxn id="616" idx="2"/>
            <a:endCxn id="637" idx="1"/>
          </p:cNvCxnSpPr>
          <p:nvPr/>
        </p:nvCxnSpPr>
        <p:spPr>
          <a:xfrm flipH="1" rot="16200000">
            <a:off x="1750320" y="869040"/>
            <a:ext cx="1601640" cy="2059560"/>
          </a:xfrm>
          <a:prstGeom prst="curvedConnector2">
            <a:avLst/>
          </a:prstGeom>
          <a:ln w="38100">
            <a:solidFill>
              <a:srgbClr val="000000">
                <a:lumMod val="95000"/>
                <a:lumOff val="5000"/>
              </a:srgbClr>
            </a:solidFill>
          </a:ln>
        </p:spPr>
      </p:cxnSp>
      <p:sp>
        <p:nvSpPr>
          <p:cNvPr id="637" name="Diamond 38"/>
          <p:cNvSpPr/>
          <p:nvPr/>
        </p:nvSpPr>
        <p:spPr>
          <a:xfrm rot="58200">
            <a:off x="3580200" y="2494080"/>
            <a:ext cx="1068480" cy="42768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funds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8" name="Straight Arrow Connector 42"/>
          <p:cNvCxnSpPr>
            <a:stCxn id="624" idx="2"/>
            <a:endCxn id="637" idx="0"/>
          </p:cNvCxnSpPr>
          <p:nvPr/>
        </p:nvCxnSpPr>
        <p:spPr>
          <a:xfrm flipH="1">
            <a:off x="4118400" y="421920"/>
            <a:ext cx="621360" cy="2072880"/>
          </a:xfrm>
          <a:prstGeom prst="straightConnector1">
            <a:avLst/>
          </a:prstGeom>
          <a:ln w="38160">
            <a:solidFill>
              <a:srgbClr val="000000"/>
            </a:solidFill>
            <a:round/>
          </a:ln>
        </p:spPr>
      </p:cxnSp>
      <p:sp>
        <p:nvSpPr>
          <p:cNvPr id="639" name="Rectangle 18"/>
          <p:cNvSpPr/>
          <p:nvPr/>
        </p:nvSpPr>
        <p:spPr>
          <a:xfrm>
            <a:off x="7502760" y="1344240"/>
            <a:ext cx="982800" cy="5086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Budget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0" name="Straight Arrow Connector 47"/>
          <p:cNvCxnSpPr>
            <a:stCxn id="639" idx="2"/>
            <a:endCxn id="641" idx="4"/>
          </p:cNvCxnSpPr>
          <p:nvPr/>
        </p:nvCxnSpPr>
        <p:spPr>
          <a:xfrm flipH="1">
            <a:off x="6754320" y="1852920"/>
            <a:ext cx="1240200" cy="2606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642" name="Straight Arrow Connector 49"/>
          <p:cNvCxnSpPr>
            <a:stCxn id="639" idx="3"/>
            <a:endCxn id="643" idx="2"/>
          </p:cNvCxnSpPr>
          <p:nvPr/>
        </p:nvCxnSpPr>
        <p:spPr>
          <a:xfrm>
            <a:off x="8485560" y="1598760"/>
            <a:ext cx="449640" cy="1915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644" name="Straight Arrow Connector 50"/>
          <p:cNvCxnSpPr>
            <a:stCxn id="639" idx="1"/>
            <a:endCxn id="645" idx="4"/>
          </p:cNvCxnSpPr>
          <p:nvPr/>
        </p:nvCxnSpPr>
        <p:spPr>
          <a:xfrm flipH="1" flipV="1">
            <a:off x="6867720" y="813600"/>
            <a:ext cx="635400" cy="7855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646" name="Straight Arrow Connector 53"/>
          <p:cNvCxnSpPr>
            <a:stCxn id="639" idx="3"/>
            <a:endCxn id="647" idx="2"/>
          </p:cNvCxnSpPr>
          <p:nvPr/>
        </p:nvCxnSpPr>
        <p:spPr>
          <a:xfrm flipV="1">
            <a:off x="8485560" y="677520"/>
            <a:ext cx="403200" cy="92160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647" name="Oval 54"/>
          <p:cNvSpPr/>
          <p:nvPr/>
        </p:nvSpPr>
        <p:spPr>
          <a:xfrm>
            <a:off x="8888400" y="464400"/>
            <a:ext cx="1068840" cy="42588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Gr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an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te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d 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ou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Oval 55"/>
          <p:cNvSpPr/>
          <p:nvPr/>
        </p:nvSpPr>
        <p:spPr>
          <a:xfrm>
            <a:off x="7521480" y="376920"/>
            <a:ext cx="1114920" cy="4075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B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u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d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g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y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l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9" name="Straight Arrow Connector 56"/>
          <p:cNvCxnSpPr>
            <a:stCxn id="639" idx="0"/>
            <a:endCxn id="648" idx="4"/>
          </p:cNvCxnSpPr>
          <p:nvPr/>
        </p:nvCxnSpPr>
        <p:spPr>
          <a:xfrm flipV="1">
            <a:off x="7994160" y="784440"/>
            <a:ext cx="85320" cy="56016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645" name="Oval 80"/>
          <p:cNvSpPr/>
          <p:nvPr/>
        </p:nvSpPr>
        <p:spPr>
          <a:xfrm rot="19613400">
            <a:off x="6198120" y="438840"/>
            <a:ext cx="1114920" cy="4075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Start date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Oval 88"/>
          <p:cNvSpPr/>
          <p:nvPr/>
        </p:nvSpPr>
        <p:spPr>
          <a:xfrm rot="20158200">
            <a:off x="6113520" y="1722960"/>
            <a:ext cx="1114920" cy="4075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End date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Oval 93"/>
          <p:cNvSpPr/>
          <p:nvPr/>
        </p:nvSpPr>
        <p:spPr>
          <a:xfrm>
            <a:off x="8934840" y="1586160"/>
            <a:ext cx="1067760" cy="4075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D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b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u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d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u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0" name="Connector: Elbow 2"/>
          <p:cNvCxnSpPr>
            <a:stCxn id="637" idx="3"/>
            <a:endCxn id="639" idx="2"/>
          </p:cNvCxnSpPr>
          <p:nvPr/>
        </p:nvCxnSpPr>
        <p:spPr>
          <a:xfrm flipV="1">
            <a:off x="4649400" y="1852920"/>
            <a:ext cx="3345120" cy="864720"/>
          </a:xfrm>
          <a:prstGeom prst="curvedConnector2">
            <a:avLst/>
          </a:prstGeom>
          <a:ln w="9525">
            <a:solidFill>
              <a:srgbClr val="000000">
                <a:lumMod val="95000"/>
                <a:lumOff val="5000"/>
              </a:srgbClr>
            </a:solidFill>
          </a:ln>
        </p:spPr>
      </p:cxnSp>
      <p:sp>
        <p:nvSpPr>
          <p:cNvPr id="651" name="Diamond 116"/>
          <p:cNvSpPr/>
          <p:nvPr/>
        </p:nvSpPr>
        <p:spPr>
          <a:xfrm rot="948000">
            <a:off x="5135400" y="972000"/>
            <a:ext cx="1422720" cy="395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g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2" name="Straight Arrow Connector 118"/>
          <p:cNvCxnSpPr>
            <a:stCxn id="639" idx="1"/>
            <a:endCxn id="651" idx="3"/>
          </p:cNvCxnSpPr>
          <p:nvPr/>
        </p:nvCxnSpPr>
        <p:spPr>
          <a:xfrm flipH="1" flipV="1">
            <a:off x="6531840" y="1363680"/>
            <a:ext cx="971280" cy="235440"/>
          </a:xfrm>
          <a:prstGeom prst="straightConnector1">
            <a:avLst/>
          </a:prstGeom>
          <a:ln w="38100"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653" name="Connector: Elbow 3"/>
          <p:cNvCxnSpPr>
            <a:stCxn id="624" idx="2"/>
            <a:endCxn id="651" idx="1"/>
          </p:cNvCxnSpPr>
          <p:nvPr/>
        </p:nvCxnSpPr>
        <p:spPr>
          <a:xfrm flipH="1" rot="16200000">
            <a:off x="4673880" y="487440"/>
            <a:ext cx="554760" cy="423720"/>
          </a:xfrm>
          <a:prstGeom prst="curvedConnector2">
            <a:avLst/>
          </a:prstGeom>
          <a:ln w="9525">
            <a:solidFill>
              <a:srgbClr val="000000">
                <a:lumMod val="95000"/>
                <a:lumOff val="5000"/>
              </a:srgbClr>
            </a:solidFill>
          </a:ln>
        </p:spPr>
      </p:cxnSp>
      <p:sp>
        <p:nvSpPr>
          <p:cNvPr id="654" name="Rectangle 19"/>
          <p:cNvSpPr/>
          <p:nvPr/>
        </p:nvSpPr>
        <p:spPr>
          <a:xfrm>
            <a:off x="898920" y="4221720"/>
            <a:ext cx="1164960" cy="50868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5" name="Straight Arrow Connector 4"/>
          <p:cNvCxnSpPr>
            <a:stCxn id="654" idx="2"/>
            <a:endCxn id="656" idx="0"/>
          </p:cNvCxnSpPr>
          <p:nvPr/>
        </p:nvCxnSpPr>
        <p:spPr>
          <a:xfrm flipH="1">
            <a:off x="803160" y="4730400"/>
            <a:ext cx="678600" cy="36180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657" name="Straight Arrow Connector 6"/>
          <p:cNvCxnSpPr>
            <a:stCxn id="654" idx="3"/>
            <a:endCxn id="658" idx="2"/>
          </p:cNvCxnSpPr>
          <p:nvPr/>
        </p:nvCxnSpPr>
        <p:spPr>
          <a:xfrm flipV="1">
            <a:off x="2063880" y="4183920"/>
            <a:ext cx="605160" cy="2926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659" name="Straight Arrow Connector 8"/>
          <p:cNvCxnSpPr>
            <a:stCxn id="654" idx="1"/>
            <a:endCxn id="660" idx="4"/>
          </p:cNvCxnSpPr>
          <p:nvPr/>
        </p:nvCxnSpPr>
        <p:spPr>
          <a:xfrm flipH="1" flipV="1">
            <a:off x="581400" y="3991320"/>
            <a:ext cx="317880" cy="4852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656" name="Oval 9"/>
          <p:cNvSpPr/>
          <p:nvPr/>
        </p:nvSpPr>
        <p:spPr>
          <a:xfrm>
            <a:off x="181440" y="5091840"/>
            <a:ext cx="1243440" cy="4197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l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1" name="Straight Arrow Connector 11"/>
          <p:cNvCxnSpPr>
            <a:endCxn id="654" idx="3"/>
          </p:cNvCxnSpPr>
          <p:nvPr/>
        </p:nvCxnSpPr>
        <p:spPr>
          <a:xfrm flipH="1">
            <a:off x="2063880" y="4387680"/>
            <a:ext cx="495720" cy="88920"/>
          </a:xfrm>
          <a:prstGeom prst="straightConnector1">
            <a:avLst/>
          </a:prstGeom>
          <a:ln>
            <a:noFill/>
          </a:ln>
        </p:spPr>
      </p:cxnSp>
      <p:cxnSp>
        <p:nvCxnSpPr>
          <p:cNvPr id="662" name="Straight Arrow Connector 13"/>
          <p:cNvCxnSpPr>
            <a:stCxn id="654" idx="3"/>
            <a:endCxn id="663" idx="2"/>
          </p:cNvCxnSpPr>
          <p:nvPr/>
        </p:nvCxnSpPr>
        <p:spPr>
          <a:xfrm>
            <a:off x="2063880" y="4476240"/>
            <a:ext cx="520920" cy="622080"/>
          </a:xfrm>
          <a:prstGeom prst="straightConnector1">
            <a:avLst/>
          </a:prstGeom>
          <a:ln>
            <a:solidFill>
              <a:srgbClr val="000000"/>
            </a:solidFill>
            <a:tailEnd len="med" type="arrow" w="med"/>
          </a:ln>
        </p:spPr>
      </p:cxnSp>
      <p:sp>
        <p:nvSpPr>
          <p:cNvPr id="663" name="Oval 15"/>
          <p:cNvSpPr/>
          <p:nvPr/>
        </p:nvSpPr>
        <p:spPr>
          <a:xfrm>
            <a:off x="2584440" y="4855680"/>
            <a:ext cx="977760" cy="4842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M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d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l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d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f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Oval 17"/>
          <p:cNvSpPr/>
          <p:nvPr/>
        </p:nvSpPr>
        <p:spPr>
          <a:xfrm>
            <a:off x="929520" y="3101760"/>
            <a:ext cx="1323000" cy="3441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manufac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turer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Oval 18"/>
          <p:cNvSpPr/>
          <p:nvPr/>
        </p:nvSpPr>
        <p:spPr>
          <a:xfrm>
            <a:off x="2668680" y="3957840"/>
            <a:ext cx="977760" cy="4521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l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5" name="Straight Arrow Connector 19"/>
          <p:cNvCxnSpPr>
            <a:stCxn id="654" idx="0"/>
            <a:endCxn id="664" idx="4"/>
          </p:cNvCxnSpPr>
          <p:nvPr/>
        </p:nvCxnSpPr>
        <p:spPr>
          <a:xfrm flipV="1">
            <a:off x="1481400" y="3445920"/>
            <a:ext cx="110160" cy="77616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666" name="Connector: Elbow 4"/>
          <p:cNvCxnSpPr>
            <a:stCxn id="654" idx="2"/>
            <a:endCxn id="667" idx="1"/>
          </p:cNvCxnSpPr>
          <p:nvPr/>
        </p:nvCxnSpPr>
        <p:spPr>
          <a:xfrm flipH="1" rot="16200000">
            <a:off x="2164320" y="4047480"/>
            <a:ext cx="884160" cy="2249640"/>
          </a:xfrm>
          <a:prstGeom prst="curvedConnector2">
            <a:avLst/>
          </a:prstGeom>
          <a:ln w="9525">
            <a:solidFill>
              <a:srgbClr val="000000">
                <a:lumMod val="95000"/>
                <a:lumOff val="5000"/>
              </a:srgbClr>
            </a:solidFill>
          </a:ln>
        </p:spPr>
      </p:cxnSp>
      <p:sp>
        <p:nvSpPr>
          <p:cNvPr id="660" name="Oval 72"/>
          <p:cNvSpPr/>
          <p:nvPr/>
        </p:nvSpPr>
        <p:spPr>
          <a:xfrm rot="19681800">
            <a:off x="-22680" y="3555720"/>
            <a:ext cx="958680" cy="4701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category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8" name="Straight Arrow Connector 108"/>
          <p:cNvCxnSpPr>
            <a:stCxn id="654" idx="0"/>
            <a:endCxn id="669" idx="2"/>
          </p:cNvCxnSpPr>
          <p:nvPr/>
        </p:nvCxnSpPr>
        <p:spPr>
          <a:xfrm flipV="1">
            <a:off x="1481400" y="3791160"/>
            <a:ext cx="935280" cy="43092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669" name="Oval 113"/>
          <p:cNvSpPr/>
          <p:nvPr/>
        </p:nvSpPr>
        <p:spPr>
          <a:xfrm rot="20364600">
            <a:off x="2374560" y="3341880"/>
            <a:ext cx="1310040" cy="43668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Required 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environme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Diamond 130"/>
          <p:cNvSpPr/>
          <p:nvPr/>
        </p:nvSpPr>
        <p:spPr>
          <a:xfrm rot="19785000">
            <a:off x="3616560" y="4885200"/>
            <a:ext cx="1675800" cy="6109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Rectangle 20"/>
          <p:cNvSpPr/>
          <p:nvPr/>
        </p:nvSpPr>
        <p:spPr>
          <a:xfrm>
            <a:off x="7827480" y="2871000"/>
            <a:ext cx="1146240" cy="42480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Equipme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nt unit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1" name="Straight Arrow Connector 22"/>
          <p:cNvCxnSpPr>
            <a:stCxn id="670" idx="1"/>
            <a:endCxn id="672" idx="0"/>
          </p:cNvCxnSpPr>
          <p:nvPr/>
        </p:nvCxnSpPr>
        <p:spPr>
          <a:xfrm flipH="1">
            <a:off x="7466400" y="3083400"/>
            <a:ext cx="361440" cy="3812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673" name="Straight Arrow Connector 23"/>
          <p:cNvCxnSpPr>
            <a:stCxn id="670" idx="3"/>
            <a:endCxn id="674" idx="4"/>
          </p:cNvCxnSpPr>
          <p:nvPr/>
        </p:nvCxnSpPr>
        <p:spPr>
          <a:xfrm>
            <a:off x="8973720" y="3083400"/>
            <a:ext cx="456840" cy="17100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675" name="Straight Arrow Connector 24"/>
          <p:cNvCxnSpPr>
            <a:stCxn id="670" idx="1"/>
            <a:endCxn id="676" idx="4"/>
          </p:cNvCxnSpPr>
          <p:nvPr/>
        </p:nvCxnSpPr>
        <p:spPr>
          <a:xfrm flipH="1" flipV="1">
            <a:off x="7527960" y="2798640"/>
            <a:ext cx="299880" cy="28512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672" name="Oval 26"/>
          <p:cNvSpPr/>
          <p:nvPr/>
        </p:nvSpPr>
        <p:spPr>
          <a:xfrm rot="21550800">
            <a:off x="6943320" y="3464640"/>
            <a:ext cx="1050120" cy="3542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Purc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hase 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cost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7" name="Straight Arrow Connector 27"/>
          <p:cNvCxnSpPr>
            <a:endCxn id="670" idx="3"/>
          </p:cNvCxnSpPr>
          <p:nvPr/>
        </p:nvCxnSpPr>
        <p:spPr>
          <a:xfrm flipH="1">
            <a:off x="8973720" y="3036960"/>
            <a:ext cx="514800" cy="46800"/>
          </a:xfrm>
          <a:prstGeom prst="straightConnector1">
            <a:avLst/>
          </a:prstGeom>
          <a:ln>
            <a:noFill/>
          </a:ln>
        </p:spPr>
      </p:cxnSp>
      <p:sp>
        <p:nvSpPr>
          <p:cNvPr id="678" name="Oval 31"/>
          <p:cNvSpPr/>
          <p:nvPr/>
        </p:nvSpPr>
        <p:spPr>
          <a:xfrm>
            <a:off x="8391600" y="2210760"/>
            <a:ext cx="873720" cy="4280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Serial number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Oval 32"/>
          <p:cNvSpPr/>
          <p:nvPr/>
        </p:nvSpPr>
        <p:spPr>
          <a:xfrm rot="20865600">
            <a:off x="6924600" y="2430000"/>
            <a:ext cx="1127520" cy="3729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Acquisition date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Oval 33"/>
          <p:cNvSpPr/>
          <p:nvPr/>
        </p:nvSpPr>
        <p:spPr>
          <a:xfrm rot="3758400">
            <a:off x="9021960" y="2922480"/>
            <a:ext cx="1217880" cy="4539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n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l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u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9" name="Straight Arrow Connector 35"/>
          <p:cNvCxnSpPr>
            <a:stCxn id="670" idx="0"/>
            <a:endCxn id="678" idx="4"/>
          </p:cNvCxnSpPr>
          <p:nvPr/>
        </p:nvCxnSpPr>
        <p:spPr>
          <a:xfrm flipV="1">
            <a:off x="8400600" y="2638800"/>
            <a:ext cx="428400" cy="232560"/>
          </a:xfrm>
          <a:prstGeom prst="straightConnector1">
            <a:avLst/>
          </a:prstGeom>
          <a:ln w="12700"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680" name="Straight Arrow Connector 157"/>
          <p:cNvCxnSpPr>
            <a:stCxn id="670" idx="2"/>
            <a:endCxn id="681" idx="0"/>
          </p:cNvCxnSpPr>
          <p:nvPr/>
        </p:nvCxnSpPr>
        <p:spPr>
          <a:xfrm>
            <a:off x="8400600" y="3295800"/>
            <a:ext cx="1034280" cy="95724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681" name="Isosceles Triangle 160"/>
          <p:cNvSpPr/>
          <p:nvPr/>
        </p:nvSpPr>
        <p:spPr>
          <a:xfrm>
            <a:off x="9036000" y="4252680"/>
            <a:ext cx="812520" cy="534240"/>
          </a:xfrm>
          <a:prstGeom prst="triangle">
            <a:avLst>
              <a:gd name="adj" fmla="val 49047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ISA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Rectangle 21"/>
          <p:cNvSpPr/>
          <p:nvPr/>
        </p:nvSpPr>
        <p:spPr>
          <a:xfrm>
            <a:off x="7937640" y="5212440"/>
            <a:ext cx="860760" cy="41400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Rectangle 22"/>
          <p:cNvSpPr/>
          <p:nvPr/>
        </p:nvSpPr>
        <p:spPr>
          <a:xfrm>
            <a:off x="9036000" y="5204520"/>
            <a:ext cx="860760" cy="414000"/>
          </a:xfrm>
          <a:prstGeom prst="rect">
            <a:avLst/>
          </a:prstGeom>
          <a:solidFill>
            <a:srgbClr val="FFFFFF"/>
          </a:solidFill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Fixed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84" name="Straight Arrow Connector 165"/>
          <p:cNvCxnSpPr>
            <a:stCxn id="681" idx="3"/>
            <a:endCxn id="683" idx="0"/>
          </p:cNvCxnSpPr>
          <p:nvPr/>
        </p:nvCxnSpPr>
        <p:spPr>
          <a:xfrm>
            <a:off x="9434520" y="4786920"/>
            <a:ext cx="32400" cy="41796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685" name="Straight Arrow Connector 166"/>
          <p:cNvCxnSpPr>
            <a:stCxn id="681" idx="3"/>
            <a:endCxn id="682" idx="0"/>
          </p:cNvCxnSpPr>
          <p:nvPr/>
        </p:nvCxnSpPr>
        <p:spPr>
          <a:xfrm flipH="1">
            <a:off x="8368200" y="4786920"/>
            <a:ext cx="1066680" cy="425880"/>
          </a:xfrm>
          <a:prstGeom prst="straightConnector1">
            <a:avLst/>
          </a:prstGeom>
          <a:ln w="648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686" name="Connector: Elbow 5"/>
          <p:cNvCxnSpPr>
            <a:stCxn id="670" idx="2"/>
            <a:endCxn id="667" idx="3"/>
          </p:cNvCxnSpPr>
          <p:nvPr/>
        </p:nvCxnSpPr>
        <p:spPr>
          <a:xfrm rot="5400000">
            <a:off x="6052680" y="2421720"/>
            <a:ext cx="1474200" cy="3222360"/>
          </a:xfrm>
          <a:prstGeom prst="curvedConnector2">
            <a:avLst/>
          </a:prstGeom>
          <a:ln w="38100"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687" name="Connector: Elbow 6"/>
          <p:cNvCxnSpPr>
            <a:stCxn id="670" idx="2"/>
            <a:endCxn id="688" idx="2"/>
          </p:cNvCxnSpPr>
          <p:nvPr/>
        </p:nvCxnSpPr>
        <p:spPr>
          <a:xfrm rot="5400000">
            <a:off x="6789600" y="1923120"/>
            <a:ext cx="238320" cy="2983680"/>
          </a:xfrm>
          <a:prstGeom prst="curvedConnector3">
            <a:avLst>
              <a:gd name="adj1" fmla="val 847503"/>
            </a:avLst>
          </a:prstGeom>
          <a:ln w="38100"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688" name="Diamond 194"/>
          <p:cNvSpPr/>
          <p:nvPr/>
        </p:nvSpPr>
        <p:spPr>
          <a:xfrm rot="21403800">
            <a:off x="5008320" y="3074400"/>
            <a:ext cx="790920" cy="45900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use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89" name="Straight Connector 213"/>
          <p:cNvCxnSpPr>
            <a:stCxn id="688" idx="0"/>
            <a:endCxn id="624" idx="2"/>
          </p:cNvCxnSpPr>
          <p:nvPr/>
        </p:nvCxnSpPr>
        <p:spPr>
          <a:xfrm flipH="1" flipV="1">
            <a:off x="4739400" y="421920"/>
            <a:ext cx="652320" cy="2653560"/>
          </a:xfrm>
          <a:prstGeom prst="straightConnector1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690" name="Connector: Elbow 8"/>
          <p:cNvCxnSpPr>
            <a:stCxn id="691" idx="3"/>
            <a:endCxn id="670" idx="3"/>
          </p:cNvCxnSpPr>
          <p:nvPr/>
        </p:nvCxnSpPr>
        <p:spPr>
          <a:xfrm flipV="1">
            <a:off x="6832440" y="3083400"/>
            <a:ext cx="2141640" cy="1032480"/>
          </a:xfrm>
          <a:prstGeom prst="curvedConnector3">
            <a:avLst>
              <a:gd name="adj1" fmla="val 110692"/>
            </a:avLst>
          </a:prstGeom>
          <a:ln w="57150">
            <a:solidFill>
              <a:srgbClr val="000000"/>
            </a:solidFill>
          </a:ln>
        </p:spPr>
      </p:cxnSp>
      <p:sp>
        <p:nvSpPr>
          <p:cNvPr id="691" name="Diamond 255"/>
          <p:cNvSpPr/>
          <p:nvPr/>
        </p:nvSpPr>
        <p:spPr>
          <a:xfrm rot="391200">
            <a:off x="5689800" y="3820680"/>
            <a:ext cx="1145880" cy="45900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I</a:t>
            </a:r>
            <a:r>
              <a:rPr lang="en-US" sz="1000" b="1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n</a:t>
            </a:r>
            <a:r>
              <a:rPr lang="en-US" sz="1000" b="1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_</a:t>
            </a:r>
            <a:r>
              <a:rPr lang="en-US" sz="1000" b="1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L</a:t>
            </a:r>
            <a:r>
              <a:rPr lang="en-US" sz="1000" b="1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a</a:t>
            </a:r>
            <a:r>
              <a:rPr lang="en-US" sz="1000" b="1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Rectangle 23"/>
          <p:cNvSpPr/>
          <p:nvPr/>
        </p:nvSpPr>
        <p:spPr>
          <a:xfrm>
            <a:off x="3551400" y="3657600"/>
            <a:ext cx="1249200" cy="38052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L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b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o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r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DejaVu Sans"/>
              </a:rPr>
              <a:t>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3" name="Connector: Elbow 9"/>
          <p:cNvCxnSpPr>
            <a:stCxn id="692" idx="2"/>
            <a:endCxn id="691" idx="1"/>
          </p:cNvCxnSpPr>
          <p:nvPr/>
        </p:nvCxnSpPr>
        <p:spPr>
          <a:xfrm flipH="1" flipV="1" rot="5400000">
            <a:off x="4907880" y="3252960"/>
            <a:ext cx="53280" cy="1517760"/>
          </a:xfrm>
          <a:prstGeom prst="curvedConnector4">
            <a:avLst>
              <a:gd name="adj1" fmla="val 0"/>
              <a:gd name="adj2" fmla="val 69727"/>
            </a:avLst>
          </a:prstGeom>
          <a:ln w="57150">
            <a:solidFill>
              <a:srgbClr val="000000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2026-09-19T16:18:21Z</dcterms:created>
  <dc:creator/>
  <dc:description/>
  <dc:language>en-US</dc:language>
  <cp:lastModifiedBy/>
  <dcterms:modified xsi:type="dcterms:W3CDTF">2026-09-20T13:59:59Z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