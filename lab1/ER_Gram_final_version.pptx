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7" r:id="rId12"/>
    <p:sldId id="286" r:id="rId13"/>
    <p:sldId id="285" r:id="rId14"/>
    <p:sldId id="283" r:id="rId15"/>
    <p:sldId id="290" r:id="rId16"/>
    <p:sldId id="269" r:id="rId17"/>
    <p:sldId id="270" r:id="rId18"/>
    <p:sldId id="271" r:id="rId19"/>
    <p:sldId id="272" r:id="rId20"/>
    <p:sldId id="273" r:id="rId21"/>
    <p:sldId id="274" r:id="rId22"/>
    <p:sldId id="288" r:id="rId23"/>
    <p:sldId id="275" r:id="rId24"/>
    <p:sldId id="276" r:id="rId25"/>
    <p:sldId id="277" r:id="rId26"/>
    <p:sldId id="278" r:id="rId27"/>
    <p:sldId id="279" r:id="rId28"/>
    <p:sldId id="280" r:id="rId29"/>
  </p:sldIdLst>
  <p:sldSz cx="10080625" cy="5670550"/>
  <p:notesSz cx="7772400" cy="10058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 autoAdjust="0"/>
    <p:restoredTop sz="94660"/>
  </p:normalViewPr>
  <p:slideViewPr>
    <p:cSldViewPr snapToGrid="0">
      <p:cViewPr varScale="1">
        <p:scale>
          <a:sx n="46" d="100"/>
          <a:sy n="46" d="100"/>
        </p:scale>
        <p:origin x="7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0EA64-6FC4-4DF3-AFC5-DA47041984CE}" type="datetimeFigureOut">
              <a:rPr lang="fr-FR" smtClean="0"/>
              <a:t>20/09/2026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21C14-08C6-490C-8540-A7118B621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8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21C14-08C6-490C-8540-A7118B6219E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316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ABDE7F-6ABA-43B9-8A58-40C8F3FFCB3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9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030925-CCD0-4BE2-9443-6C698DD27A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Base Project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493032"/>
            <a:ext cx="9070920" cy="29546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Lab: 1</a:t>
            </a:r>
            <a:r>
              <a:rPr sz="3200" dirty="0"/>
              <a:t/>
            </a:r>
            <a:br>
              <a:rPr sz="3200" dirty="0"/>
            </a:b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By:</a:t>
            </a:r>
            <a:r>
              <a:rPr sz="3200" dirty="0"/>
              <a:t/>
            </a:r>
            <a:br>
              <a:rPr sz="3200" dirty="0"/>
            </a:b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Nizar El </a:t>
            </a:r>
            <a:r>
              <a:rPr lang="en-US" sz="3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Hazziti</a:t>
            </a:r>
            <a:r>
              <a:rPr sz="3200"/>
              <a:t/>
            </a:r>
            <a:br>
              <a:rPr sz="3200"/>
            </a:br>
            <a:r>
              <a:rPr lang="en-US" sz="3200" b="0" u="none" strike="noStrike" smtClean="0">
                <a:solidFill>
                  <a:srgbClr val="000000"/>
                </a:solidFill>
                <a:effectLst/>
                <a:uFillTx/>
                <a:latin typeface="Arial"/>
              </a:rPr>
              <a:t>Mohamed </a:t>
            </a:r>
            <a:r>
              <a:rPr lang="en-US" sz="3200" b="0" u="none" strike="noStrike" dirty="0" err="1" smtClean="0">
                <a:solidFill>
                  <a:srgbClr val="000000"/>
                </a:solidFill>
                <a:effectLst/>
                <a:uFillTx/>
                <a:latin typeface="Arial"/>
              </a:rPr>
              <a:t>Jbari</a:t>
            </a:r>
            <a:r>
              <a:rPr sz="3200" dirty="0"/>
              <a:t/>
            </a:r>
            <a:br>
              <a:rPr sz="3200" dirty="0"/>
            </a:br>
            <a:r>
              <a:rPr lang="en-US" sz="3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Riyad</a:t>
            </a: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3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Habibi</a:t>
            </a:r>
            <a:r>
              <a:rPr sz="3200" dirty="0"/>
              <a:t/>
            </a:r>
            <a:br>
              <a:rPr sz="3200" dirty="0"/>
            </a:br>
            <a:r>
              <a:rPr lang="en-US" sz="3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Chaimae</a:t>
            </a: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3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Iaa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0444" y="1934576"/>
            <a:ext cx="9070920" cy="1169551"/>
          </a:xfrm>
        </p:spPr>
        <p:txBody>
          <a:bodyPr/>
          <a:lstStyle/>
          <a:p>
            <a:pPr algn="ctr"/>
            <a:r>
              <a:rPr lang="fr-FR" dirty="0" smtClean="0"/>
              <a:t>Complete ER </a:t>
            </a:r>
            <a:r>
              <a:rPr lang="fr-FR" dirty="0" err="1" smtClean="0"/>
              <a:t>diagram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3200" dirty="0" smtClean="0"/>
              <a:t>Slide by slide </a:t>
            </a:r>
            <a:r>
              <a:rPr lang="fr-FR" sz="3200" dirty="0" err="1" smtClean="0"/>
              <a:t>evolution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628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4343400" y="685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riangle isocèle 21"/>
          <p:cNvSpPr/>
          <p:nvPr/>
        </p:nvSpPr>
        <p:spPr>
          <a:xfrm>
            <a:off x="4343400" y="1371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Connecteur droit avec flèche 22"/>
          <p:cNvCxnSpPr>
            <a:stCxn id="21" idx="2"/>
            <a:endCxn id="22" idx="0"/>
          </p:cNvCxnSpPr>
          <p:nvPr/>
        </p:nvCxnSpPr>
        <p:spPr>
          <a:xfrm>
            <a:off x="4686120" y="913680"/>
            <a:ext cx="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3429000" y="20574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Connecteur droit avec flèche 24"/>
          <p:cNvCxnSpPr>
            <a:stCxn id="24" idx="0"/>
            <a:endCxn id="22" idx="2"/>
          </p:cNvCxnSpPr>
          <p:nvPr/>
        </p:nvCxnSpPr>
        <p:spPr>
          <a:xfrm flipV="1">
            <a:off x="3771720" y="15994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5029200" y="20574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" name="Connecteur droit avec flèche 26"/>
          <p:cNvCxnSpPr>
            <a:stCxn id="26" idx="0"/>
            <a:endCxn id="22" idx="4"/>
          </p:cNvCxnSpPr>
          <p:nvPr/>
        </p:nvCxnSpPr>
        <p:spPr>
          <a:xfrm flipH="1" flipV="1">
            <a:off x="5028480" y="1599480"/>
            <a:ext cx="343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" name="Losange 27"/>
          <p:cNvSpPr/>
          <p:nvPr/>
        </p:nvSpPr>
        <p:spPr>
          <a:xfrm>
            <a:off x="2286000" y="27432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riangle isocèle 28"/>
          <p:cNvSpPr/>
          <p:nvPr/>
        </p:nvSpPr>
        <p:spPr>
          <a:xfrm>
            <a:off x="5257800" y="27432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" name="Connecteur droit avec flèche 29"/>
          <p:cNvCxnSpPr>
            <a:stCxn id="26" idx="2"/>
            <a:endCxn id="29" idx="0"/>
          </p:cNvCxnSpPr>
          <p:nvPr/>
        </p:nvCxnSpPr>
        <p:spPr>
          <a:xfrm>
            <a:off x="5371920" y="2285280"/>
            <a:ext cx="2289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4572000" y="34290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" name="Connecteur droit avec flèche 31"/>
          <p:cNvCxnSpPr>
            <a:stCxn id="31" idx="0"/>
            <a:endCxn id="29" idx="2"/>
          </p:cNvCxnSpPr>
          <p:nvPr/>
        </p:nvCxnSpPr>
        <p:spPr>
          <a:xfrm flipV="1">
            <a:off x="5028840" y="2971080"/>
            <a:ext cx="22932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3" name="Rectangle 32"/>
          <p:cNvSpPr/>
          <p:nvPr/>
        </p:nvSpPr>
        <p:spPr>
          <a:xfrm>
            <a:off x="5715000" y="34290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" name="Connecteur droit avec flèche 33"/>
          <p:cNvCxnSpPr>
            <a:stCxn id="33" idx="0"/>
            <a:endCxn id="29" idx="4"/>
          </p:cNvCxnSpPr>
          <p:nvPr/>
        </p:nvCxnSpPr>
        <p:spPr>
          <a:xfrm flipH="1" flipV="1">
            <a:off x="5942880" y="2971080"/>
            <a:ext cx="343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5" name="Connecteur droit avec flèche 34"/>
          <p:cNvCxnSpPr>
            <a:stCxn id="28" idx="0"/>
            <a:endCxn id="24" idx="2"/>
          </p:cNvCxnSpPr>
          <p:nvPr/>
        </p:nvCxnSpPr>
        <p:spPr>
          <a:xfrm flipV="1">
            <a:off x="2971440" y="2285280"/>
            <a:ext cx="8006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6" name="Connecteur droit avec flèche 35"/>
          <p:cNvCxnSpPr>
            <a:stCxn id="28" idx="2"/>
            <a:endCxn id="31" idx="1"/>
          </p:cNvCxnSpPr>
          <p:nvPr/>
        </p:nvCxnSpPr>
        <p:spPr>
          <a:xfrm>
            <a:off x="2971440" y="3199680"/>
            <a:ext cx="16009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7" name="Losange 36"/>
          <p:cNvSpPr/>
          <p:nvPr/>
        </p:nvSpPr>
        <p:spPr>
          <a:xfrm>
            <a:off x="6400800" y="2286000"/>
            <a:ext cx="114192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Connecteur droit avec flèche 37"/>
          <p:cNvCxnSpPr>
            <a:stCxn id="26" idx="3"/>
            <a:endCxn id="37" idx="1"/>
          </p:cNvCxnSpPr>
          <p:nvPr/>
        </p:nvCxnSpPr>
        <p:spPr>
          <a:xfrm>
            <a:off x="5714280" y="2171520"/>
            <a:ext cx="68688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9" name="Connecteur en arc 38"/>
          <p:cNvCxnSpPr>
            <a:stCxn id="37" idx="2"/>
            <a:endCxn id="37" idx="3"/>
          </p:cNvCxnSpPr>
          <p:nvPr/>
        </p:nvCxnSpPr>
        <p:spPr>
          <a:xfrm rot="5400000" flipH="1" flipV="1">
            <a:off x="7143120" y="2343240"/>
            <a:ext cx="228600" cy="571320"/>
          </a:xfrm>
          <a:prstGeom prst="curvedConnector4">
            <a:avLst>
              <a:gd name="adj1" fmla="val -97476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3429000" y="4572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riangle isocèle 40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Connecteur droit avec flèche 41"/>
          <p:cNvCxnSpPr>
            <a:stCxn id="40" idx="2"/>
            <a:endCxn id="41" idx="0"/>
          </p:cNvCxnSpPr>
          <p:nvPr/>
        </p:nvCxnSpPr>
        <p:spPr>
          <a:xfrm flipH="1">
            <a:off x="3105720" y="685080"/>
            <a:ext cx="666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necteur droit avec flèche 43"/>
          <p:cNvCxnSpPr>
            <a:stCxn id="43" idx="0"/>
            <a:endCxn id="41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5" name="Rectangle 44"/>
          <p:cNvSpPr/>
          <p:nvPr/>
        </p:nvSpPr>
        <p:spPr>
          <a:xfrm>
            <a:off x="34488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Connecteur droit avec flèche 45"/>
          <p:cNvCxnSpPr>
            <a:stCxn id="45" idx="0"/>
            <a:endCxn id="41" idx="4"/>
          </p:cNvCxnSpPr>
          <p:nvPr/>
        </p:nvCxnSpPr>
        <p:spPr>
          <a:xfrm flipH="1" flipV="1">
            <a:off x="3448080" y="1370880"/>
            <a:ext cx="343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7" name="Losange 46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riangle isocèle 47"/>
          <p:cNvSpPr/>
          <p:nvPr/>
        </p:nvSpPr>
        <p:spPr>
          <a:xfrm>
            <a:off x="3677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Connecteur droit avec flèche 48"/>
          <p:cNvCxnSpPr>
            <a:stCxn id="45" idx="2"/>
            <a:endCxn id="48" idx="0"/>
          </p:cNvCxnSpPr>
          <p:nvPr/>
        </p:nvCxnSpPr>
        <p:spPr>
          <a:xfrm>
            <a:off x="3791520" y="2056680"/>
            <a:ext cx="2289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50" name="Rectangle 49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" name="Connecteur droit avec flèche 50"/>
          <p:cNvCxnSpPr>
            <a:stCxn id="50" idx="0"/>
            <a:endCxn id="48" idx="2"/>
          </p:cNvCxnSpPr>
          <p:nvPr/>
        </p:nvCxnSpPr>
        <p:spPr>
          <a:xfrm flipV="1">
            <a:off x="3448440" y="2742480"/>
            <a:ext cx="22932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52" name="Rectangle 51"/>
          <p:cNvSpPr/>
          <p:nvPr/>
        </p:nvSpPr>
        <p:spPr>
          <a:xfrm>
            <a:off x="41346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Connecteur droit avec flèche 52"/>
          <p:cNvCxnSpPr>
            <a:stCxn id="52" idx="0"/>
            <a:endCxn id="48" idx="4"/>
          </p:cNvCxnSpPr>
          <p:nvPr/>
        </p:nvCxnSpPr>
        <p:spPr>
          <a:xfrm flipH="1" flipV="1">
            <a:off x="4362480" y="2742480"/>
            <a:ext cx="343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54" name="Connecteur droit avec flèche 53"/>
          <p:cNvCxnSpPr>
            <a:stCxn id="47" idx="0"/>
            <a:endCxn id="43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55" name="Connecteur droit avec flèche 54"/>
          <p:cNvCxnSpPr>
            <a:stCxn id="47" idx="2"/>
            <a:endCxn id="50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6" name="Losange 55"/>
          <p:cNvSpPr/>
          <p:nvPr/>
        </p:nvSpPr>
        <p:spPr>
          <a:xfrm>
            <a:off x="4820400" y="2057400"/>
            <a:ext cx="114192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" name="Connecteur droit avec flèche 56"/>
          <p:cNvCxnSpPr>
            <a:stCxn id="45" idx="3"/>
            <a:endCxn id="56" idx="1"/>
          </p:cNvCxnSpPr>
          <p:nvPr/>
        </p:nvCxnSpPr>
        <p:spPr>
          <a:xfrm>
            <a:off x="4133880" y="1942920"/>
            <a:ext cx="68688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58" name="Connecteur en arc 57"/>
          <p:cNvCxnSpPr>
            <a:stCxn id="56" idx="2"/>
            <a:endCxn id="56" idx="3"/>
          </p:cNvCxnSpPr>
          <p:nvPr/>
        </p:nvCxnSpPr>
        <p:spPr>
          <a:xfrm rot="5400000" flipH="1" flipV="1">
            <a:off x="5562720" y="2114640"/>
            <a:ext cx="228600" cy="571320"/>
          </a:xfrm>
          <a:prstGeom prst="curvedConnector4">
            <a:avLst>
              <a:gd name="adj1" fmla="val -97476"/>
              <a:gd name="adj2" fmla="val 136822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457200" y="4354560"/>
            <a:ext cx="809280" cy="2167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Connecteur droit avec flèche 59"/>
          <p:cNvCxnSpPr>
            <a:stCxn id="59" idx="0"/>
            <a:endCxn id="47" idx="2"/>
          </p:cNvCxnSpPr>
          <p:nvPr/>
        </p:nvCxnSpPr>
        <p:spPr>
          <a:xfrm flipV="1">
            <a:off x="861840" y="2971080"/>
            <a:ext cx="28116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1" name="Losange 60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Connecteur droit avec flèche 61"/>
          <p:cNvCxnSpPr>
            <a:stCxn id="59" idx="0"/>
            <a:endCxn id="61" idx="2"/>
          </p:cNvCxnSpPr>
          <p:nvPr/>
        </p:nvCxnSpPr>
        <p:spPr>
          <a:xfrm flipV="1">
            <a:off x="861840" y="3885480"/>
            <a:ext cx="119556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3" name="Connecteur en arc 62"/>
          <p:cNvCxnSpPr>
            <a:stCxn id="40" idx="2"/>
            <a:endCxn id="61" idx="0"/>
          </p:cNvCxnSpPr>
          <p:nvPr/>
        </p:nvCxnSpPr>
        <p:spPr>
          <a:xfrm rot="5400000">
            <a:off x="1542240" y="1199880"/>
            <a:ext cx="2744280" cy="1715040"/>
          </a:xfrm>
          <a:prstGeom prst="curvedConnector3">
            <a:avLst>
              <a:gd name="adj1" fmla="val 25019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" name="Losange 63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eur droit avec flèche 64"/>
          <p:cNvCxnSpPr>
            <a:stCxn id="59" idx="3"/>
            <a:endCxn id="64" idx="1"/>
          </p:cNvCxnSpPr>
          <p:nvPr/>
        </p:nvCxnSpPr>
        <p:spPr>
          <a:xfrm>
            <a:off x="1266480" y="4462920"/>
            <a:ext cx="56268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6" name="Rectangle 65"/>
          <p:cNvSpPr/>
          <p:nvPr/>
        </p:nvSpPr>
        <p:spPr>
          <a:xfrm>
            <a:off x="3429000" y="446868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onnecteur droit avec flèche 66"/>
          <p:cNvCxnSpPr>
            <a:stCxn id="64" idx="3"/>
            <a:endCxn id="66" idx="1"/>
          </p:cNvCxnSpPr>
          <p:nvPr/>
        </p:nvCxnSpPr>
        <p:spPr>
          <a:xfrm>
            <a:off x="2742480" y="4474080"/>
            <a:ext cx="686880" cy="1090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3429000" y="4572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riangle isocèle 68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necteur droit avec flèche 69"/>
          <p:cNvCxnSpPr>
            <a:stCxn id="68" idx="2"/>
            <a:endCxn id="69" idx="0"/>
          </p:cNvCxnSpPr>
          <p:nvPr/>
        </p:nvCxnSpPr>
        <p:spPr>
          <a:xfrm flipH="1">
            <a:off x="3105720" y="685080"/>
            <a:ext cx="666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1" name="Rectangle 70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necteur droit avec flèche 71"/>
          <p:cNvCxnSpPr>
            <a:stCxn id="71" idx="0"/>
            <a:endCxn id="69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3" name="Rectangle 72"/>
          <p:cNvSpPr/>
          <p:nvPr/>
        </p:nvSpPr>
        <p:spPr>
          <a:xfrm>
            <a:off x="34488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Connecteur droit avec flèche 73"/>
          <p:cNvCxnSpPr>
            <a:stCxn id="73" idx="0"/>
            <a:endCxn id="69" idx="4"/>
          </p:cNvCxnSpPr>
          <p:nvPr/>
        </p:nvCxnSpPr>
        <p:spPr>
          <a:xfrm flipH="1" flipV="1">
            <a:off x="3448080" y="1370880"/>
            <a:ext cx="343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5" name="Losange 74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riangle isocèle 75"/>
          <p:cNvSpPr/>
          <p:nvPr/>
        </p:nvSpPr>
        <p:spPr>
          <a:xfrm>
            <a:off x="3200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Connecteur droit avec flèche 76"/>
          <p:cNvCxnSpPr>
            <a:stCxn id="73" idx="2"/>
            <a:endCxn id="76" idx="0"/>
          </p:cNvCxnSpPr>
          <p:nvPr/>
        </p:nvCxnSpPr>
        <p:spPr>
          <a:xfrm flipH="1">
            <a:off x="3543120" y="2056680"/>
            <a:ext cx="2487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8" name="Rectangle 77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Connecteur droit avec flèche 78"/>
          <p:cNvCxnSpPr>
            <a:stCxn id="78" idx="0"/>
            <a:endCxn id="76" idx="2"/>
          </p:cNvCxnSpPr>
          <p:nvPr/>
        </p:nvCxnSpPr>
        <p:spPr>
          <a:xfrm flipH="1" flipV="1">
            <a:off x="32004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0" name="Rectangle 79"/>
          <p:cNvSpPr/>
          <p:nvPr/>
        </p:nvSpPr>
        <p:spPr>
          <a:xfrm>
            <a:off x="41346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Connecteur droit avec flèche 80"/>
          <p:cNvCxnSpPr>
            <a:stCxn id="80" idx="0"/>
            <a:endCxn id="76" idx="4"/>
          </p:cNvCxnSpPr>
          <p:nvPr/>
        </p:nvCxnSpPr>
        <p:spPr>
          <a:xfrm flipH="1" flipV="1">
            <a:off x="3885480" y="2742480"/>
            <a:ext cx="820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2" name="Connecteur droit avec flèche 81"/>
          <p:cNvCxnSpPr>
            <a:stCxn id="75" idx="0"/>
            <a:endCxn id="71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83" name="Connecteur droit avec flèche 82"/>
          <p:cNvCxnSpPr>
            <a:stCxn id="75" idx="2"/>
            <a:endCxn id="78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4" name="Losange 83"/>
          <p:cNvSpPr/>
          <p:nvPr/>
        </p:nvSpPr>
        <p:spPr>
          <a:xfrm>
            <a:off x="3886200" y="2285640"/>
            <a:ext cx="11422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Connecteur droit avec flèche 84"/>
          <p:cNvCxnSpPr>
            <a:stCxn id="73" idx="3"/>
            <a:endCxn id="84" idx="1"/>
          </p:cNvCxnSpPr>
          <p:nvPr/>
        </p:nvCxnSpPr>
        <p:spPr>
          <a:xfrm flipH="1">
            <a:off x="3886200" y="1942920"/>
            <a:ext cx="248040" cy="5716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6" name="Connecteur en arc 85"/>
          <p:cNvCxnSpPr>
            <a:stCxn id="84" idx="2"/>
            <a:endCxn id="84" idx="3"/>
          </p:cNvCxnSpPr>
          <p:nvPr/>
        </p:nvCxnSpPr>
        <p:spPr>
          <a:xfrm rot="5400000" flipH="1" flipV="1">
            <a:off x="4628880" y="2342880"/>
            <a:ext cx="228600" cy="571320"/>
          </a:xfrm>
          <a:prstGeom prst="curvedConnector4">
            <a:avLst>
              <a:gd name="adj1" fmla="val -97634"/>
              <a:gd name="adj2" fmla="val 136759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87" name="Rectangle 86"/>
          <p:cNvSpPr/>
          <p:nvPr/>
        </p:nvSpPr>
        <p:spPr>
          <a:xfrm>
            <a:off x="457200" y="4354560"/>
            <a:ext cx="809280" cy="2167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necteur droit avec flèche 87"/>
          <p:cNvCxnSpPr>
            <a:stCxn id="87" idx="0"/>
            <a:endCxn id="75" idx="2"/>
          </p:cNvCxnSpPr>
          <p:nvPr/>
        </p:nvCxnSpPr>
        <p:spPr>
          <a:xfrm flipV="1">
            <a:off x="861840" y="2971080"/>
            <a:ext cx="28116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9" name="Losange 88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eur droit avec flèche 89"/>
          <p:cNvCxnSpPr>
            <a:stCxn id="87" idx="0"/>
            <a:endCxn id="89" idx="2"/>
          </p:cNvCxnSpPr>
          <p:nvPr/>
        </p:nvCxnSpPr>
        <p:spPr>
          <a:xfrm flipV="1">
            <a:off x="861840" y="3885480"/>
            <a:ext cx="119556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91" name="Connecteur en arc 90"/>
          <p:cNvCxnSpPr>
            <a:stCxn id="68" idx="2"/>
            <a:endCxn id="89" idx="0"/>
          </p:cNvCxnSpPr>
          <p:nvPr/>
        </p:nvCxnSpPr>
        <p:spPr>
          <a:xfrm rot="5400000">
            <a:off x="1542240" y="1199880"/>
            <a:ext cx="2744280" cy="1715040"/>
          </a:xfrm>
          <a:prstGeom prst="curvedConnector3">
            <a:avLst>
              <a:gd name="adj1" fmla="val 25019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2" name="Losange 91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Connecteur droit avec flèche 92"/>
          <p:cNvCxnSpPr>
            <a:stCxn id="87" idx="3"/>
            <a:endCxn id="92" idx="1"/>
          </p:cNvCxnSpPr>
          <p:nvPr/>
        </p:nvCxnSpPr>
        <p:spPr>
          <a:xfrm>
            <a:off x="1266480" y="4462920"/>
            <a:ext cx="56268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94" name="Rectangle 93"/>
          <p:cNvSpPr/>
          <p:nvPr/>
        </p:nvSpPr>
        <p:spPr>
          <a:xfrm>
            <a:off x="32004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Connecteur droit avec flèche 94"/>
          <p:cNvCxnSpPr>
            <a:stCxn id="92" idx="3"/>
            <a:endCxn id="94" idx="1"/>
          </p:cNvCxnSpPr>
          <p:nvPr/>
        </p:nvCxnSpPr>
        <p:spPr>
          <a:xfrm flipV="1">
            <a:off x="2742480" y="4228920"/>
            <a:ext cx="458280" cy="245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96" name="Triangle isocèle 95"/>
          <p:cNvSpPr/>
          <p:nvPr/>
        </p:nvSpPr>
        <p:spPr>
          <a:xfrm>
            <a:off x="34290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eur droit avec flèche 96"/>
          <p:cNvCxnSpPr>
            <a:stCxn id="94" idx="2"/>
            <a:endCxn id="96" idx="0"/>
          </p:cNvCxnSpPr>
          <p:nvPr/>
        </p:nvCxnSpPr>
        <p:spPr>
          <a:xfrm>
            <a:off x="36572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8" name="Rectangle 97"/>
          <p:cNvSpPr/>
          <p:nvPr/>
        </p:nvSpPr>
        <p:spPr>
          <a:xfrm>
            <a:off x="2743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eur droit avec flèche 98"/>
          <p:cNvCxnSpPr>
            <a:stCxn id="98" idx="0"/>
            <a:endCxn id="96" idx="3"/>
          </p:cNvCxnSpPr>
          <p:nvPr/>
        </p:nvCxnSpPr>
        <p:spPr>
          <a:xfrm flipV="1">
            <a:off x="32000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00" name="Rectangle 99"/>
          <p:cNvSpPr/>
          <p:nvPr/>
        </p:nvSpPr>
        <p:spPr>
          <a:xfrm>
            <a:off x="3886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Connecteur droit avec flèche 100"/>
          <p:cNvCxnSpPr>
            <a:stCxn id="100" idx="0"/>
          </p:cNvCxnSpPr>
          <p:nvPr/>
        </p:nvCxnSpPr>
        <p:spPr>
          <a:xfrm flipH="1" flipV="1">
            <a:off x="37720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02" name="Losange 101"/>
          <p:cNvSpPr/>
          <p:nvPr/>
        </p:nvSpPr>
        <p:spPr>
          <a:xfrm>
            <a:off x="5029200" y="387504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Connecteur droit avec flèche 102"/>
          <p:cNvCxnSpPr>
            <a:stCxn id="94" idx="3"/>
            <a:endCxn id="102" idx="1"/>
          </p:cNvCxnSpPr>
          <p:nvPr/>
        </p:nvCxnSpPr>
        <p:spPr>
          <a:xfrm flipV="1">
            <a:off x="4114080" y="3994560"/>
            <a:ext cx="915480" cy="23472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04" name="Connecteur en arc 103"/>
          <p:cNvCxnSpPr>
            <a:stCxn id="68" idx="2"/>
            <a:endCxn id="102" idx="0"/>
          </p:cNvCxnSpPr>
          <p:nvPr/>
        </p:nvCxnSpPr>
        <p:spPr>
          <a:xfrm rot="16200000" flipH="1">
            <a:off x="3034080" y="1422720"/>
            <a:ext cx="3190320" cy="171468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3429000" y="4572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riangle isocèle 105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eur droit avec flèche 106"/>
          <p:cNvCxnSpPr>
            <a:stCxn id="105" idx="2"/>
            <a:endCxn id="106" idx="0"/>
          </p:cNvCxnSpPr>
          <p:nvPr/>
        </p:nvCxnSpPr>
        <p:spPr>
          <a:xfrm flipH="1">
            <a:off x="3105720" y="685080"/>
            <a:ext cx="666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08" name="Rectangle 107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necteur droit avec flèche 108"/>
          <p:cNvCxnSpPr>
            <a:stCxn id="108" idx="0"/>
            <a:endCxn id="106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10" name="Rectangle 109"/>
          <p:cNvSpPr/>
          <p:nvPr/>
        </p:nvSpPr>
        <p:spPr>
          <a:xfrm>
            <a:off x="34488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eur droit avec flèche 110"/>
          <p:cNvCxnSpPr>
            <a:stCxn id="110" idx="0"/>
            <a:endCxn id="106" idx="4"/>
          </p:cNvCxnSpPr>
          <p:nvPr/>
        </p:nvCxnSpPr>
        <p:spPr>
          <a:xfrm flipH="1" flipV="1">
            <a:off x="3448080" y="1370880"/>
            <a:ext cx="343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12" name="Losange 111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riangle isocèle 112"/>
          <p:cNvSpPr/>
          <p:nvPr/>
        </p:nvSpPr>
        <p:spPr>
          <a:xfrm>
            <a:off x="3200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Connecteur droit avec flèche 113"/>
          <p:cNvCxnSpPr>
            <a:stCxn id="110" idx="2"/>
            <a:endCxn id="113" idx="0"/>
          </p:cNvCxnSpPr>
          <p:nvPr/>
        </p:nvCxnSpPr>
        <p:spPr>
          <a:xfrm flipH="1">
            <a:off x="3543120" y="2056680"/>
            <a:ext cx="2487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15" name="Rectangle 114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Connecteur droit avec flèche 115"/>
          <p:cNvCxnSpPr>
            <a:stCxn id="115" idx="0"/>
            <a:endCxn id="113" idx="2"/>
          </p:cNvCxnSpPr>
          <p:nvPr/>
        </p:nvCxnSpPr>
        <p:spPr>
          <a:xfrm flipH="1" flipV="1">
            <a:off x="32004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17" name="Rectangle 116"/>
          <p:cNvSpPr/>
          <p:nvPr/>
        </p:nvSpPr>
        <p:spPr>
          <a:xfrm>
            <a:off x="41346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Connecteur droit avec flèche 117"/>
          <p:cNvCxnSpPr>
            <a:stCxn id="117" idx="0"/>
            <a:endCxn id="113" idx="4"/>
          </p:cNvCxnSpPr>
          <p:nvPr/>
        </p:nvCxnSpPr>
        <p:spPr>
          <a:xfrm flipH="1" flipV="1">
            <a:off x="3885480" y="2742480"/>
            <a:ext cx="820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9" name="Connecteur droit avec flèche 118"/>
          <p:cNvCxnSpPr>
            <a:stCxn id="112" idx="0"/>
            <a:endCxn id="108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20" name="Connecteur droit avec flèche 119"/>
          <p:cNvCxnSpPr>
            <a:stCxn id="112" idx="2"/>
            <a:endCxn id="115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21" name="Losange 120"/>
          <p:cNvSpPr/>
          <p:nvPr/>
        </p:nvSpPr>
        <p:spPr>
          <a:xfrm>
            <a:off x="3886200" y="2285640"/>
            <a:ext cx="11422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Connecteur droit avec flèche 121"/>
          <p:cNvCxnSpPr>
            <a:stCxn id="110" idx="3"/>
            <a:endCxn id="121" idx="1"/>
          </p:cNvCxnSpPr>
          <p:nvPr/>
        </p:nvCxnSpPr>
        <p:spPr>
          <a:xfrm flipH="1">
            <a:off x="3886200" y="1942920"/>
            <a:ext cx="248040" cy="5716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3" name="Connecteur en arc 122"/>
          <p:cNvCxnSpPr>
            <a:stCxn id="121" idx="2"/>
            <a:endCxn id="121" idx="3"/>
          </p:cNvCxnSpPr>
          <p:nvPr/>
        </p:nvCxnSpPr>
        <p:spPr>
          <a:xfrm rot="5400000" flipH="1" flipV="1">
            <a:off x="4628880" y="2342880"/>
            <a:ext cx="228600" cy="571320"/>
          </a:xfrm>
          <a:prstGeom prst="curvedConnector4">
            <a:avLst>
              <a:gd name="adj1" fmla="val -97634"/>
              <a:gd name="adj2" fmla="val 136759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24" name="Rectangle 123"/>
          <p:cNvSpPr/>
          <p:nvPr/>
        </p:nvSpPr>
        <p:spPr>
          <a:xfrm>
            <a:off x="457200" y="4354560"/>
            <a:ext cx="809280" cy="2167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Connecteur droit avec flèche 124"/>
          <p:cNvCxnSpPr>
            <a:stCxn id="124" idx="0"/>
            <a:endCxn id="112" idx="2"/>
          </p:cNvCxnSpPr>
          <p:nvPr/>
        </p:nvCxnSpPr>
        <p:spPr>
          <a:xfrm flipV="1">
            <a:off x="861840" y="2971080"/>
            <a:ext cx="28116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26" name="Losange 125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eur droit avec flèche 126"/>
          <p:cNvCxnSpPr>
            <a:stCxn id="124" idx="0"/>
            <a:endCxn id="126" idx="2"/>
          </p:cNvCxnSpPr>
          <p:nvPr/>
        </p:nvCxnSpPr>
        <p:spPr>
          <a:xfrm flipV="1">
            <a:off x="861840" y="3885480"/>
            <a:ext cx="119556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28" name="Connecteur en arc 127"/>
          <p:cNvCxnSpPr>
            <a:stCxn id="105" idx="2"/>
            <a:endCxn id="126" idx="0"/>
          </p:cNvCxnSpPr>
          <p:nvPr/>
        </p:nvCxnSpPr>
        <p:spPr>
          <a:xfrm rot="5400000">
            <a:off x="1542240" y="1199880"/>
            <a:ext cx="2744280" cy="1715040"/>
          </a:xfrm>
          <a:prstGeom prst="curvedConnector3">
            <a:avLst>
              <a:gd name="adj1" fmla="val 50013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29" name="Losange 128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Connecteur droit avec flèche 129"/>
          <p:cNvCxnSpPr>
            <a:stCxn id="124" idx="3"/>
            <a:endCxn id="129" idx="1"/>
          </p:cNvCxnSpPr>
          <p:nvPr/>
        </p:nvCxnSpPr>
        <p:spPr>
          <a:xfrm>
            <a:off x="1266480" y="4462920"/>
            <a:ext cx="56268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31" name="Rectangle 130"/>
          <p:cNvSpPr/>
          <p:nvPr/>
        </p:nvSpPr>
        <p:spPr>
          <a:xfrm>
            <a:off x="32004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2" name="Connecteur droit avec flèche 131"/>
          <p:cNvCxnSpPr>
            <a:stCxn id="129" idx="3"/>
            <a:endCxn id="131" idx="1"/>
          </p:cNvCxnSpPr>
          <p:nvPr/>
        </p:nvCxnSpPr>
        <p:spPr>
          <a:xfrm flipV="1">
            <a:off x="2742480" y="4228920"/>
            <a:ext cx="458280" cy="245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33" name="Triangle isocèle 132"/>
          <p:cNvSpPr/>
          <p:nvPr/>
        </p:nvSpPr>
        <p:spPr>
          <a:xfrm>
            <a:off x="34290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4" name="Connecteur droit avec flèche 133"/>
          <p:cNvCxnSpPr>
            <a:stCxn id="131" idx="2"/>
            <a:endCxn id="133" idx="0"/>
          </p:cNvCxnSpPr>
          <p:nvPr/>
        </p:nvCxnSpPr>
        <p:spPr>
          <a:xfrm>
            <a:off x="36572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35" name="Rectangle 134"/>
          <p:cNvSpPr/>
          <p:nvPr/>
        </p:nvSpPr>
        <p:spPr>
          <a:xfrm>
            <a:off x="2743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Connecteur droit avec flèche 135"/>
          <p:cNvCxnSpPr>
            <a:stCxn id="135" idx="0"/>
            <a:endCxn id="133" idx="3"/>
          </p:cNvCxnSpPr>
          <p:nvPr/>
        </p:nvCxnSpPr>
        <p:spPr>
          <a:xfrm flipV="1">
            <a:off x="32000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37" name="Rectangle 136"/>
          <p:cNvSpPr/>
          <p:nvPr/>
        </p:nvSpPr>
        <p:spPr>
          <a:xfrm>
            <a:off x="3886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Connecteur droit avec flèche 137"/>
          <p:cNvCxnSpPr>
            <a:stCxn id="137" idx="0"/>
          </p:cNvCxnSpPr>
          <p:nvPr/>
        </p:nvCxnSpPr>
        <p:spPr>
          <a:xfrm flipH="1" flipV="1">
            <a:off x="37720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39" name="Losange 138"/>
          <p:cNvSpPr/>
          <p:nvPr/>
        </p:nvSpPr>
        <p:spPr>
          <a:xfrm>
            <a:off x="5029200" y="387504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eur droit avec flèche 139"/>
          <p:cNvCxnSpPr>
            <a:stCxn id="131" idx="3"/>
            <a:endCxn id="139" idx="1"/>
          </p:cNvCxnSpPr>
          <p:nvPr/>
        </p:nvCxnSpPr>
        <p:spPr>
          <a:xfrm flipV="1">
            <a:off x="4114080" y="3994560"/>
            <a:ext cx="915480" cy="23472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41" name="Connecteur en arc 140"/>
          <p:cNvCxnSpPr>
            <a:stCxn id="105" idx="2"/>
            <a:endCxn id="139" idx="0"/>
          </p:cNvCxnSpPr>
          <p:nvPr/>
        </p:nvCxnSpPr>
        <p:spPr>
          <a:xfrm rot="16200000" flipH="1">
            <a:off x="3034080" y="1422720"/>
            <a:ext cx="3190320" cy="171468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2" name="Losange 141"/>
          <p:cNvSpPr/>
          <p:nvPr/>
        </p:nvSpPr>
        <p:spPr>
          <a:xfrm>
            <a:off x="45720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Connecteur droit avec flèche 142"/>
          <p:cNvCxnSpPr>
            <a:endCxn id="142" idx="1"/>
          </p:cNvCxnSpPr>
          <p:nvPr/>
        </p:nvCxnSpPr>
        <p:spPr>
          <a:xfrm>
            <a:off x="4114800" y="4228920"/>
            <a:ext cx="45756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44" name="Rectangle 143"/>
          <p:cNvSpPr/>
          <p:nvPr/>
        </p:nvSpPr>
        <p:spPr>
          <a:xfrm>
            <a:off x="66294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" name="Connecteur droit avec flèche 144"/>
          <p:cNvCxnSpPr>
            <a:stCxn id="142" idx="3"/>
            <a:endCxn id="144" idx="1"/>
          </p:cNvCxnSpPr>
          <p:nvPr/>
        </p:nvCxnSpPr>
        <p:spPr>
          <a:xfrm>
            <a:off x="61714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/>
          <p:cNvSpPr/>
          <p:nvPr/>
        </p:nvSpPr>
        <p:spPr>
          <a:xfrm>
            <a:off x="3429000" y="4572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riangle isocèle 146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necteur droit avec flèche 147"/>
          <p:cNvCxnSpPr>
            <a:stCxn id="146" idx="2"/>
            <a:endCxn id="147" idx="0"/>
          </p:cNvCxnSpPr>
          <p:nvPr/>
        </p:nvCxnSpPr>
        <p:spPr>
          <a:xfrm flipH="1">
            <a:off x="3105720" y="685080"/>
            <a:ext cx="666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9" name="Rectangle 148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0" name="Connecteur droit avec flèche 149"/>
          <p:cNvCxnSpPr>
            <a:stCxn id="149" idx="0"/>
            <a:endCxn id="147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1" name="Rectangle 150"/>
          <p:cNvSpPr/>
          <p:nvPr/>
        </p:nvSpPr>
        <p:spPr>
          <a:xfrm>
            <a:off x="3200400" y="194292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Connecteur droit avec flèche 151"/>
          <p:cNvCxnSpPr>
            <a:stCxn id="151" idx="0"/>
            <a:endCxn id="147" idx="4"/>
          </p:cNvCxnSpPr>
          <p:nvPr/>
        </p:nvCxnSpPr>
        <p:spPr>
          <a:xfrm flipH="1" flipV="1">
            <a:off x="3448080" y="1370880"/>
            <a:ext cx="95400" cy="572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3" name="Losange 152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riangle isocèle 153"/>
          <p:cNvSpPr/>
          <p:nvPr/>
        </p:nvSpPr>
        <p:spPr>
          <a:xfrm>
            <a:off x="3200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" name="Connecteur droit avec flèche 154"/>
          <p:cNvCxnSpPr>
            <a:stCxn id="151" idx="2"/>
            <a:endCxn id="154" idx="0"/>
          </p:cNvCxnSpPr>
          <p:nvPr/>
        </p:nvCxnSpPr>
        <p:spPr>
          <a:xfrm>
            <a:off x="3543120" y="2170800"/>
            <a:ext cx="360" cy="344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6" name="Rectangle 155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7" name="Connecteur droit avec flèche 156"/>
          <p:cNvCxnSpPr>
            <a:stCxn id="156" idx="0"/>
            <a:endCxn id="154" idx="2"/>
          </p:cNvCxnSpPr>
          <p:nvPr/>
        </p:nvCxnSpPr>
        <p:spPr>
          <a:xfrm flipH="1" flipV="1">
            <a:off x="32004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8" name="Rectangle 157"/>
          <p:cNvSpPr/>
          <p:nvPr/>
        </p:nvSpPr>
        <p:spPr>
          <a:xfrm>
            <a:off x="41346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Connecteur droit avec flèche 158"/>
          <p:cNvCxnSpPr>
            <a:stCxn id="158" idx="0"/>
            <a:endCxn id="154" idx="4"/>
          </p:cNvCxnSpPr>
          <p:nvPr/>
        </p:nvCxnSpPr>
        <p:spPr>
          <a:xfrm flipH="1" flipV="1">
            <a:off x="3885480" y="2742480"/>
            <a:ext cx="820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60" name="Connecteur droit avec flèche 159"/>
          <p:cNvCxnSpPr>
            <a:stCxn id="153" idx="0"/>
            <a:endCxn id="149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61" name="Connecteur droit avec flèche 160"/>
          <p:cNvCxnSpPr>
            <a:stCxn id="153" idx="2"/>
            <a:endCxn id="156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62" name="Losange 161"/>
          <p:cNvSpPr/>
          <p:nvPr/>
        </p:nvSpPr>
        <p:spPr>
          <a:xfrm>
            <a:off x="4095360" y="2057400"/>
            <a:ext cx="1142280" cy="6850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Connecteur droit avec flèche 162"/>
          <p:cNvCxnSpPr>
            <a:stCxn id="151" idx="3"/>
            <a:endCxn id="162" idx="1"/>
          </p:cNvCxnSpPr>
          <p:nvPr/>
        </p:nvCxnSpPr>
        <p:spPr>
          <a:xfrm>
            <a:off x="3885480" y="2057040"/>
            <a:ext cx="21024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64" name="Connecteur en arc 163"/>
          <p:cNvCxnSpPr>
            <a:stCxn id="162" idx="2"/>
            <a:endCxn id="162" idx="3"/>
          </p:cNvCxnSpPr>
          <p:nvPr/>
        </p:nvCxnSpPr>
        <p:spPr>
          <a:xfrm rot="5400000" flipH="1" flipV="1">
            <a:off x="4780800" y="2285640"/>
            <a:ext cx="342720" cy="571320"/>
          </a:xfrm>
          <a:prstGeom prst="curvedConnector4">
            <a:avLst>
              <a:gd name="adj1" fmla="val -63932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5" name="Rectangle 164"/>
          <p:cNvSpPr/>
          <p:nvPr/>
        </p:nvSpPr>
        <p:spPr>
          <a:xfrm>
            <a:off x="457200" y="4354560"/>
            <a:ext cx="809280" cy="2167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Connecteur droit avec flèche 165"/>
          <p:cNvCxnSpPr>
            <a:stCxn id="165" idx="0"/>
            <a:endCxn id="153" idx="2"/>
          </p:cNvCxnSpPr>
          <p:nvPr/>
        </p:nvCxnSpPr>
        <p:spPr>
          <a:xfrm flipV="1">
            <a:off x="861840" y="2971080"/>
            <a:ext cx="28116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67" name="Losange 166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Connecteur droit avec flèche 167"/>
          <p:cNvCxnSpPr>
            <a:stCxn id="165" idx="0"/>
            <a:endCxn id="167" idx="2"/>
          </p:cNvCxnSpPr>
          <p:nvPr/>
        </p:nvCxnSpPr>
        <p:spPr>
          <a:xfrm flipV="1">
            <a:off x="861840" y="3885480"/>
            <a:ext cx="119556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69" name="Connecteur en arc 168"/>
          <p:cNvCxnSpPr>
            <a:stCxn id="146" idx="2"/>
            <a:endCxn id="167" idx="0"/>
          </p:cNvCxnSpPr>
          <p:nvPr/>
        </p:nvCxnSpPr>
        <p:spPr>
          <a:xfrm rot="5400000">
            <a:off x="1542240" y="1199880"/>
            <a:ext cx="2744280" cy="1715040"/>
          </a:xfrm>
          <a:prstGeom prst="curvedConnector3">
            <a:avLst>
              <a:gd name="adj1" fmla="val 25019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70" name="Losange 169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necteur droit avec flèche 170"/>
          <p:cNvCxnSpPr>
            <a:stCxn id="165" idx="3"/>
            <a:endCxn id="170" idx="1"/>
          </p:cNvCxnSpPr>
          <p:nvPr/>
        </p:nvCxnSpPr>
        <p:spPr>
          <a:xfrm>
            <a:off x="1266480" y="4462920"/>
            <a:ext cx="56268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72" name="Rectangle 171"/>
          <p:cNvSpPr/>
          <p:nvPr/>
        </p:nvSpPr>
        <p:spPr>
          <a:xfrm>
            <a:off x="32004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3" name="Connecteur droit avec flèche 172"/>
          <p:cNvCxnSpPr>
            <a:stCxn id="170" idx="3"/>
            <a:endCxn id="172" idx="1"/>
          </p:cNvCxnSpPr>
          <p:nvPr/>
        </p:nvCxnSpPr>
        <p:spPr>
          <a:xfrm flipV="1">
            <a:off x="2742480" y="4228920"/>
            <a:ext cx="458280" cy="245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74" name="Triangle isocèle 173"/>
          <p:cNvSpPr/>
          <p:nvPr/>
        </p:nvSpPr>
        <p:spPr>
          <a:xfrm>
            <a:off x="34290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Connecteur droit avec flèche 174"/>
          <p:cNvCxnSpPr>
            <a:stCxn id="172" idx="2"/>
            <a:endCxn id="174" idx="0"/>
          </p:cNvCxnSpPr>
          <p:nvPr/>
        </p:nvCxnSpPr>
        <p:spPr>
          <a:xfrm>
            <a:off x="36572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76" name="Rectangle 175"/>
          <p:cNvSpPr/>
          <p:nvPr/>
        </p:nvSpPr>
        <p:spPr>
          <a:xfrm>
            <a:off x="2743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Connecteur droit avec flèche 176"/>
          <p:cNvCxnSpPr>
            <a:stCxn id="176" idx="0"/>
            <a:endCxn id="174" idx="3"/>
          </p:cNvCxnSpPr>
          <p:nvPr/>
        </p:nvCxnSpPr>
        <p:spPr>
          <a:xfrm flipV="1">
            <a:off x="32000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78" name="Rectangle 177"/>
          <p:cNvSpPr/>
          <p:nvPr/>
        </p:nvSpPr>
        <p:spPr>
          <a:xfrm>
            <a:off x="3886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Connecteur droit avec flèche 178"/>
          <p:cNvCxnSpPr>
            <a:stCxn id="178" idx="0"/>
          </p:cNvCxnSpPr>
          <p:nvPr/>
        </p:nvCxnSpPr>
        <p:spPr>
          <a:xfrm flipH="1" flipV="1">
            <a:off x="37720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0" name="Losange 179"/>
          <p:cNvSpPr/>
          <p:nvPr/>
        </p:nvSpPr>
        <p:spPr>
          <a:xfrm>
            <a:off x="5029200" y="37551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eur droit avec flèche 180"/>
          <p:cNvCxnSpPr>
            <a:stCxn id="172" idx="3"/>
            <a:endCxn id="180" idx="1"/>
          </p:cNvCxnSpPr>
          <p:nvPr/>
        </p:nvCxnSpPr>
        <p:spPr>
          <a:xfrm flipV="1">
            <a:off x="4114080" y="3874680"/>
            <a:ext cx="915480" cy="3546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82" name="Connecteur en arc 181"/>
          <p:cNvCxnSpPr>
            <a:stCxn id="146" idx="2"/>
            <a:endCxn id="180" idx="0"/>
          </p:cNvCxnSpPr>
          <p:nvPr/>
        </p:nvCxnSpPr>
        <p:spPr>
          <a:xfrm rot="16200000" flipH="1">
            <a:off x="3093840" y="1362960"/>
            <a:ext cx="3070440" cy="171468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3" name="Losange 182"/>
          <p:cNvSpPr/>
          <p:nvPr/>
        </p:nvSpPr>
        <p:spPr>
          <a:xfrm>
            <a:off x="45720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4" name="Connecteur droit avec flèche 183"/>
          <p:cNvCxnSpPr>
            <a:endCxn id="183" idx="1"/>
          </p:cNvCxnSpPr>
          <p:nvPr/>
        </p:nvCxnSpPr>
        <p:spPr>
          <a:xfrm>
            <a:off x="4114800" y="4228920"/>
            <a:ext cx="45756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85" name="Rectangle 184"/>
          <p:cNvSpPr/>
          <p:nvPr/>
        </p:nvSpPr>
        <p:spPr>
          <a:xfrm>
            <a:off x="66294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Connecteur droit avec flèche 185"/>
          <p:cNvCxnSpPr>
            <a:stCxn id="183" idx="3"/>
            <a:endCxn id="185" idx="1"/>
          </p:cNvCxnSpPr>
          <p:nvPr/>
        </p:nvCxnSpPr>
        <p:spPr>
          <a:xfrm>
            <a:off x="61714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7" name="Rectangle 186"/>
          <p:cNvSpPr/>
          <p:nvPr/>
        </p:nvSpPr>
        <p:spPr>
          <a:xfrm>
            <a:off x="68580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Losange 187"/>
          <p:cNvSpPr/>
          <p:nvPr/>
        </p:nvSpPr>
        <p:spPr>
          <a:xfrm>
            <a:off x="48006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" name="Connecteur droit avec flèche 188"/>
          <p:cNvCxnSpPr>
            <a:stCxn id="187" idx="1"/>
            <a:endCxn id="188" idx="3"/>
          </p:cNvCxnSpPr>
          <p:nvPr/>
        </p:nvCxnSpPr>
        <p:spPr>
          <a:xfrm flipH="1" flipV="1">
            <a:off x="61714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90" name="Connecteur droit avec flèche 189"/>
          <p:cNvCxnSpPr>
            <a:stCxn id="188" idx="1"/>
            <a:endCxn id="146" idx="3"/>
          </p:cNvCxnSpPr>
          <p:nvPr/>
        </p:nvCxnSpPr>
        <p:spPr>
          <a:xfrm flipH="1" flipV="1">
            <a:off x="4114080" y="571320"/>
            <a:ext cx="686880" cy="451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91" name="Losange 190"/>
          <p:cNvSpPr/>
          <p:nvPr/>
        </p:nvSpPr>
        <p:spPr>
          <a:xfrm>
            <a:off x="50292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Connecteur droit avec flèche 191"/>
          <p:cNvCxnSpPr>
            <a:stCxn id="187" idx="1"/>
            <a:endCxn id="191" idx="3"/>
          </p:cNvCxnSpPr>
          <p:nvPr/>
        </p:nvCxnSpPr>
        <p:spPr>
          <a:xfrm flipH="1">
            <a:off x="64000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93" name="Connecteur droit avec flèche 192"/>
          <p:cNvCxnSpPr>
            <a:stCxn id="191" idx="1"/>
          </p:cNvCxnSpPr>
          <p:nvPr/>
        </p:nvCxnSpPr>
        <p:spPr>
          <a:xfrm flipH="1" flipV="1">
            <a:off x="4114800" y="571320"/>
            <a:ext cx="914760" cy="10177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/>
          <p:cNvSpPr/>
          <p:nvPr/>
        </p:nvSpPr>
        <p:spPr>
          <a:xfrm>
            <a:off x="3429000" y="4572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riangle isocèle 194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onnecteur droit avec flèche 195"/>
          <p:cNvCxnSpPr>
            <a:stCxn id="194" idx="2"/>
            <a:endCxn id="195" idx="0"/>
          </p:cNvCxnSpPr>
          <p:nvPr/>
        </p:nvCxnSpPr>
        <p:spPr>
          <a:xfrm flipH="1">
            <a:off x="3105720" y="685080"/>
            <a:ext cx="666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97" name="Rectangle 196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" name="Connecteur droit avec flèche 197"/>
          <p:cNvCxnSpPr>
            <a:stCxn id="197" idx="0"/>
            <a:endCxn id="195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99" name="Rectangle 198"/>
          <p:cNvSpPr/>
          <p:nvPr/>
        </p:nvSpPr>
        <p:spPr>
          <a:xfrm>
            <a:off x="3200400" y="194292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Connecteur droit avec flèche 199"/>
          <p:cNvCxnSpPr>
            <a:stCxn id="199" idx="0"/>
            <a:endCxn id="195" idx="4"/>
          </p:cNvCxnSpPr>
          <p:nvPr/>
        </p:nvCxnSpPr>
        <p:spPr>
          <a:xfrm flipH="1" flipV="1">
            <a:off x="3448080" y="1370880"/>
            <a:ext cx="95400" cy="572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01" name="Losange 200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riangle isocèle 201"/>
          <p:cNvSpPr/>
          <p:nvPr/>
        </p:nvSpPr>
        <p:spPr>
          <a:xfrm>
            <a:off x="3200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3" name="Connecteur droit avec flèche 202"/>
          <p:cNvCxnSpPr>
            <a:stCxn id="199" idx="2"/>
            <a:endCxn id="202" idx="0"/>
          </p:cNvCxnSpPr>
          <p:nvPr/>
        </p:nvCxnSpPr>
        <p:spPr>
          <a:xfrm>
            <a:off x="3543120" y="2170800"/>
            <a:ext cx="360" cy="344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04" name="Rectangle 203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eur droit avec flèche 204"/>
          <p:cNvCxnSpPr>
            <a:stCxn id="204" idx="0"/>
            <a:endCxn id="202" idx="2"/>
          </p:cNvCxnSpPr>
          <p:nvPr/>
        </p:nvCxnSpPr>
        <p:spPr>
          <a:xfrm flipH="1" flipV="1">
            <a:off x="32004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06" name="Rectangle 205"/>
          <p:cNvSpPr/>
          <p:nvPr/>
        </p:nvSpPr>
        <p:spPr>
          <a:xfrm>
            <a:off x="41346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necteur droit avec flèche 206"/>
          <p:cNvCxnSpPr>
            <a:stCxn id="206" idx="0"/>
            <a:endCxn id="202" idx="4"/>
          </p:cNvCxnSpPr>
          <p:nvPr/>
        </p:nvCxnSpPr>
        <p:spPr>
          <a:xfrm flipH="1" flipV="1">
            <a:off x="3885480" y="2742480"/>
            <a:ext cx="820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08" name="Connecteur droit avec flèche 207"/>
          <p:cNvCxnSpPr>
            <a:stCxn id="201" idx="0"/>
            <a:endCxn id="197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09" name="Connecteur droit avec flèche 208"/>
          <p:cNvCxnSpPr>
            <a:stCxn id="201" idx="2"/>
            <a:endCxn id="204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10" name="Losange 209"/>
          <p:cNvSpPr/>
          <p:nvPr/>
        </p:nvSpPr>
        <p:spPr>
          <a:xfrm>
            <a:off x="4095360" y="2057400"/>
            <a:ext cx="1142280" cy="6850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1" name="Connecteur droit avec flèche 210"/>
          <p:cNvCxnSpPr>
            <a:stCxn id="199" idx="3"/>
            <a:endCxn id="210" idx="1"/>
          </p:cNvCxnSpPr>
          <p:nvPr/>
        </p:nvCxnSpPr>
        <p:spPr>
          <a:xfrm>
            <a:off x="3885480" y="2057040"/>
            <a:ext cx="21024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12" name="Connecteur en arc 211"/>
          <p:cNvCxnSpPr>
            <a:stCxn id="210" idx="2"/>
            <a:endCxn id="210" idx="3"/>
          </p:cNvCxnSpPr>
          <p:nvPr/>
        </p:nvCxnSpPr>
        <p:spPr>
          <a:xfrm rot="5400000" flipH="1" flipV="1">
            <a:off x="4780800" y="2285640"/>
            <a:ext cx="342720" cy="571320"/>
          </a:xfrm>
          <a:prstGeom prst="curvedConnector4">
            <a:avLst>
              <a:gd name="adj1" fmla="val -63932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13" name="Rectangle 212"/>
          <p:cNvSpPr/>
          <p:nvPr/>
        </p:nvSpPr>
        <p:spPr>
          <a:xfrm>
            <a:off x="457200" y="4354560"/>
            <a:ext cx="809280" cy="2167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Connecteur droit avec flèche 213"/>
          <p:cNvCxnSpPr>
            <a:stCxn id="213" idx="0"/>
            <a:endCxn id="201" idx="2"/>
          </p:cNvCxnSpPr>
          <p:nvPr/>
        </p:nvCxnSpPr>
        <p:spPr>
          <a:xfrm flipV="1">
            <a:off x="861840" y="2971080"/>
            <a:ext cx="28116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15" name="Losange 214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Connecteur droit avec flèche 215"/>
          <p:cNvCxnSpPr>
            <a:stCxn id="213" idx="0"/>
            <a:endCxn id="215" idx="2"/>
          </p:cNvCxnSpPr>
          <p:nvPr/>
        </p:nvCxnSpPr>
        <p:spPr>
          <a:xfrm flipV="1">
            <a:off x="861840" y="3885480"/>
            <a:ext cx="119556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17" name="Connecteur en arc 216"/>
          <p:cNvCxnSpPr>
            <a:stCxn id="194" idx="2"/>
            <a:endCxn id="215" idx="0"/>
          </p:cNvCxnSpPr>
          <p:nvPr/>
        </p:nvCxnSpPr>
        <p:spPr>
          <a:xfrm rot="5400000">
            <a:off x="1542240" y="1199880"/>
            <a:ext cx="2744280" cy="1715040"/>
          </a:xfrm>
          <a:prstGeom prst="curvedConnector3">
            <a:avLst>
              <a:gd name="adj1" fmla="val 25019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18" name="Losange 217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Connecteur droit avec flèche 218"/>
          <p:cNvCxnSpPr>
            <a:stCxn id="213" idx="3"/>
            <a:endCxn id="218" idx="1"/>
          </p:cNvCxnSpPr>
          <p:nvPr/>
        </p:nvCxnSpPr>
        <p:spPr>
          <a:xfrm>
            <a:off x="1266480" y="4462920"/>
            <a:ext cx="56268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20" name="Rectangle 219"/>
          <p:cNvSpPr/>
          <p:nvPr/>
        </p:nvSpPr>
        <p:spPr>
          <a:xfrm>
            <a:off x="32004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1" name="Connecteur droit avec flèche 220"/>
          <p:cNvCxnSpPr>
            <a:stCxn id="218" idx="3"/>
            <a:endCxn id="220" idx="1"/>
          </p:cNvCxnSpPr>
          <p:nvPr/>
        </p:nvCxnSpPr>
        <p:spPr>
          <a:xfrm flipV="1">
            <a:off x="2742480" y="4228920"/>
            <a:ext cx="458280" cy="245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22" name="Triangle isocèle 221"/>
          <p:cNvSpPr/>
          <p:nvPr/>
        </p:nvSpPr>
        <p:spPr>
          <a:xfrm>
            <a:off x="34290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Connecteur droit avec flèche 222"/>
          <p:cNvCxnSpPr>
            <a:stCxn id="220" idx="2"/>
            <a:endCxn id="222" idx="0"/>
          </p:cNvCxnSpPr>
          <p:nvPr/>
        </p:nvCxnSpPr>
        <p:spPr>
          <a:xfrm>
            <a:off x="36572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24" name="Rectangle 223"/>
          <p:cNvSpPr/>
          <p:nvPr/>
        </p:nvSpPr>
        <p:spPr>
          <a:xfrm>
            <a:off x="2743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Connecteur droit avec flèche 224"/>
          <p:cNvCxnSpPr>
            <a:stCxn id="224" idx="0"/>
            <a:endCxn id="222" idx="3"/>
          </p:cNvCxnSpPr>
          <p:nvPr/>
        </p:nvCxnSpPr>
        <p:spPr>
          <a:xfrm flipV="1">
            <a:off x="32000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26" name="Rectangle 225"/>
          <p:cNvSpPr/>
          <p:nvPr/>
        </p:nvSpPr>
        <p:spPr>
          <a:xfrm>
            <a:off x="3886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Connecteur droit avec flèche 226"/>
          <p:cNvCxnSpPr>
            <a:stCxn id="226" idx="0"/>
          </p:cNvCxnSpPr>
          <p:nvPr/>
        </p:nvCxnSpPr>
        <p:spPr>
          <a:xfrm flipH="1" flipV="1">
            <a:off x="37720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28" name="Losange 227"/>
          <p:cNvSpPr/>
          <p:nvPr/>
        </p:nvSpPr>
        <p:spPr>
          <a:xfrm>
            <a:off x="5029200" y="37551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Connecteur droit avec flèche 228"/>
          <p:cNvCxnSpPr>
            <a:stCxn id="220" idx="3"/>
            <a:endCxn id="228" idx="1"/>
          </p:cNvCxnSpPr>
          <p:nvPr/>
        </p:nvCxnSpPr>
        <p:spPr>
          <a:xfrm flipV="1">
            <a:off x="4114080" y="3874680"/>
            <a:ext cx="915480" cy="3546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30" name="Connecteur en arc 229"/>
          <p:cNvCxnSpPr>
            <a:stCxn id="194" idx="2"/>
            <a:endCxn id="228" idx="0"/>
          </p:cNvCxnSpPr>
          <p:nvPr/>
        </p:nvCxnSpPr>
        <p:spPr>
          <a:xfrm rot="16200000" flipH="1">
            <a:off x="3093840" y="1362960"/>
            <a:ext cx="3070440" cy="171468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31" name="Losange 230"/>
          <p:cNvSpPr/>
          <p:nvPr/>
        </p:nvSpPr>
        <p:spPr>
          <a:xfrm>
            <a:off x="45720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eur droit avec flèche 231"/>
          <p:cNvCxnSpPr>
            <a:endCxn id="231" idx="1"/>
          </p:cNvCxnSpPr>
          <p:nvPr/>
        </p:nvCxnSpPr>
        <p:spPr>
          <a:xfrm>
            <a:off x="4114800" y="4228920"/>
            <a:ext cx="45756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33" name="Rectangle 232"/>
          <p:cNvSpPr/>
          <p:nvPr/>
        </p:nvSpPr>
        <p:spPr>
          <a:xfrm>
            <a:off x="66294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4" name="Connecteur droit avec flèche 233"/>
          <p:cNvCxnSpPr>
            <a:stCxn id="231" idx="3"/>
            <a:endCxn id="233" idx="1"/>
          </p:cNvCxnSpPr>
          <p:nvPr/>
        </p:nvCxnSpPr>
        <p:spPr>
          <a:xfrm>
            <a:off x="61714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35" name="Rectangle 234"/>
          <p:cNvSpPr/>
          <p:nvPr/>
        </p:nvSpPr>
        <p:spPr>
          <a:xfrm>
            <a:off x="68580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Losange 235"/>
          <p:cNvSpPr/>
          <p:nvPr/>
        </p:nvSpPr>
        <p:spPr>
          <a:xfrm>
            <a:off x="48006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eur droit avec flèche 236"/>
          <p:cNvCxnSpPr>
            <a:stCxn id="235" idx="1"/>
            <a:endCxn id="236" idx="3"/>
          </p:cNvCxnSpPr>
          <p:nvPr/>
        </p:nvCxnSpPr>
        <p:spPr>
          <a:xfrm flipH="1" flipV="1">
            <a:off x="61714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38" name="Connecteur droit avec flèche 237"/>
          <p:cNvCxnSpPr>
            <a:stCxn id="236" idx="1"/>
            <a:endCxn id="194" idx="3"/>
          </p:cNvCxnSpPr>
          <p:nvPr/>
        </p:nvCxnSpPr>
        <p:spPr>
          <a:xfrm flipH="1" flipV="1">
            <a:off x="4114080" y="571320"/>
            <a:ext cx="686880" cy="451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39" name="Losange 238"/>
          <p:cNvSpPr/>
          <p:nvPr/>
        </p:nvSpPr>
        <p:spPr>
          <a:xfrm>
            <a:off x="50292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Connecteur droit avec flèche 239"/>
          <p:cNvCxnSpPr>
            <a:stCxn id="235" idx="1"/>
            <a:endCxn id="239" idx="3"/>
          </p:cNvCxnSpPr>
          <p:nvPr/>
        </p:nvCxnSpPr>
        <p:spPr>
          <a:xfrm flipH="1">
            <a:off x="64000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41" name="Connecteur droit avec flèche 240"/>
          <p:cNvCxnSpPr>
            <a:stCxn id="239" idx="1"/>
          </p:cNvCxnSpPr>
          <p:nvPr/>
        </p:nvCxnSpPr>
        <p:spPr>
          <a:xfrm flipH="1" flipV="1">
            <a:off x="4114800" y="571320"/>
            <a:ext cx="914760" cy="10177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42" name="Rectangle 241"/>
          <p:cNvSpPr/>
          <p:nvPr/>
        </p:nvSpPr>
        <p:spPr>
          <a:xfrm>
            <a:off x="5943600" y="20574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necteur droit avec flèche 242"/>
          <p:cNvCxnSpPr>
            <a:stCxn id="242" idx="1"/>
            <a:endCxn id="239" idx="2"/>
          </p:cNvCxnSpPr>
          <p:nvPr/>
        </p:nvCxnSpPr>
        <p:spPr>
          <a:xfrm flipH="1" flipV="1">
            <a:off x="5714640" y="1708200"/>
            <a:ext cx="229320" cy="4636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44" name="Losange 243"/>
          <p:cNvSpPr/>
          <p:nvPr/>
        </p:nvSpPr>
        <p:spPr>
          <a:xfrm>
            <a:off x="5943600" y="342900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5" name="Connecteur droit avec flèche 244"/>
          <p:cNvCxnSpPr>
            <a:stCxn id="242" idx="2"/>
            <a:endCxn id="244" idx="0"/>
          </p:cNvCxnSpPr>
          <p:nvPr/>
        </p:nvCxnSpPr>
        <p:spPr>
          <a:xfrm>
            <a:off x="6286320" y="2285280"/>
            <a:ext cx="343080" cy="11440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46" name="Connecteur en arc 245"/>
          <p:cNvCxnSpPr>
            <a:stCxn id="244" idx="1"/>
            <a:endCxn id="204" idx="2"/>
          </p:cNvCxnSpPr>
          <p:nvPr/>
        </p:nvCxnSpPr>
        <p:spPr>
          <a:xfrm rot="10800000">
            <a:off x="3448080" y="3428280"/>
            <a:ext cx="2495520" cy="1206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46"/>
          <p:cNvSpPr/>
          <p:nvPr/>
        </p:nvSpPr>
        <p:spPr>
          <a:xfrm>
            <a:off x="3429000" y="4572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riangle isocèle 247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" name="Connecteur droit avec flèche 248"/>
          <p:cNvCxnSpPr>
            <a:stCxn id="247" idx="2"/>
            <a:endCxn id="248" idx="0"/>
          </p:cNvCxnSpPr>
          <p:nvPr/>
        </p:nvCxnSpPr>
        <p:spPr>
          <a:xfrm flipH="1">
            <a:off x="3105720" y="685080"/>
            <a:ext cx="6663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50" name="Rectangle 249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cteur droit avec flèche 250"/>
          <p:cNvCxnSpPr>
            <a:stCxn id="250" idx="0"/>
            <a:endCxn id="248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52" name="Rectangle 251"/>
          <p:cNvSpPr/>
          <p:nvPr/>
        </p:nvSpPr>
        <p:spPr>
          <a:xfrm>
            <a:off x="2857680" y="194292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3" name="Connecteur droit avec flèche 252"/>
          <p:cNvCxnSpPr>
            <a:stCxn id="252" idx="0"/>
            <a:endCxn id="248" idx="4"/>
          </p:cNvCxnSpPr>
          <p:nvPr/>
        </p:nvCxnSpPr>
        <p:spPr>
          <a:xfrm flipV="1">
            <a:off x="3200400" y="1370880"/>
            <a:ext cx="248040" cy="572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54" name="Losange 253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riangle isocèle 254"/>
          <p:cNvSpPr/>
          <p:nvPr/>
        </p:nvSpPr>
        <p:spPr>
          <a:xfrm>
            <a:off x="3200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6" name="Connecteur droit avec flèche 255"/>
          <p:cNvCxnSpPr>
            <a:stCxn id="252" idx="2"/>
            <a:endCxn id="255" idx="0"/>
          </p:cNvCxnSpPr>
          <p:nvPr/>
        </p:nvCxnSpPr>
        <p:spPr>
          <a:xfrm>
            <a:off x="3200400" y="2170800"/>
            <a:ext cx="343080" cy="344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57" name="Rectangle 256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cteur droit avec flèche 257"/>
          <p:cNvCxnSpPr>
            <a:stCxn id="257" idx="0"/>
            <a:endCxn id="255" idx="2"/>
          </p:cNvCxnSpPr>
          <p:nvPr/>
        </p:nvCxnSpPr>
        <p:spPr>
          <a:xfrm flipH="1" flipV="1">
            <a:off x="32004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59" name="Rectangle 258"/>
          <p:cNvSpPr/>
          <p:nvPr/>
        </p:nvSpPr>
        <p:spPr>
          <a:xfrm>
            <a:off x="41346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0" name="Connecteur droit avec flèche 259"/>
          <p:cNvCxnSpPr>
            <a:stCxn id="259" idx="0"/>
            <a:endCxn id="255" idx="4"/>
          </p:cNvCxnSpPr>
          <p:nvPr/>
        </p:nvCxnSpPr>
        <p:spPr>
          <a:xfrm flipH="1" flipV="1">
            <a:off x="3885480" y="2742480"/>
            <a:ext cx="8208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61" name="Connecteur droit avec flèche 260"/>
          <p:cNvCxnSpPr>
            <a:stCxn id="254" idx="0"/>
            <a:endCxn id="250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62" name="Connecteur droit avec flèche 261"/>
          <p:cNvCxnSpPr>
            <a:stCxn id="254" idx="2"/>
            <a:endCxn id="257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63" name="Losange 262"/>
          <p:cNvSpPr/>
          <p:nvPr/>
        </p:nvSpPr>
        <p:spPr>
          <a:xfrm>
            <a:off x="4095360" y="2057400"/>
            <a:ext cx="1142280" cy="6850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4" name="Connecteur droit avec flèche 263"/>
          <p:cNvCxnSpPr>
            <a:stCxn id="252" idx="3"/>
            <a:endCxn id="263" idx="1"/>
          </p:cNvCxnSpPr>
          <p:nvPr/>
        </p:nvCxnSpPr>
        <p:spPr>
          <a:xfrm>
            <a:off x="3542760" y="2057040"/>
            <a:ext cx="552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65" name="Connecteur en arc 264"/>
          <p:cNvCxnSpPr>
            <a:stCxn id="263" idx="2"/>
            <a:endCxn id="263" idx="3"/>
          </p:cNvCxnSpPr>
          <p:nvPr/>
        </p:nvCxnSpPr>
        <p:spPr>
          <a:xfrm rot="5400000" flipH="1" flipV="1">
            <a:off x="4780800" y="2285640"/>
            <a:ext cx="342720" cy="571320"/>
          </a:xfrm>
          <a:prstGeom prst="curvedConnector4">
            <a:avLst>
              <a:gd name="adj1" fmla="val -63932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66" name="Rectangle 265"/>
          <p:cNvSpPr/>
          <p:nvPr/>
        </p:nvSpPr>
        <p:spPr>
          <a:xfrm>
            <a:off x="457200" y="435456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cteur droit avec flèche 266"/>
          <p:cNvCxnSpPr>
            <a:stCxn id="266" idx="0"/>
            <a:endCxn id="254" idx="2"/>
          </p:cNvCxnSpPr>
          <p:nvPr/>
        </p:nvCxnSpPr>
        <p:spPr>
          <a:xfrm flipV="1">
            <a:off x="914400" y="2971080"/>
            <a:ext cx="22860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68" name="Losange 267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9" name="Connecteur droit avec flèche 268"/>
          <p:cNvCxnSpPr>
            <a:stCxn id="266" idx="0"/>
            <a:endCxn id="268" idx="2"/>
          </p:cNvCxnSpPr>
          <p:nvPr/>
        </p:nvCxnSpPr>
        <p:spPr>
          <a:xfrm flipV="1">
            <a:off x="914400" y="3885480"/>
            <a:ext cx="114300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70" name="Connecteur en arc 269"/>
          <p:cNvCxnSpPr>
            <a:stCxn id="247" idx="2"/>
            <a:endCxn id="268" idx="0"/>
          </p:cNvCxnSpPr>
          <p:nvPr/>
        </p:nvCxnSpPr>
        <p:spPr>
          <a:xfrm rot="5400000">
            <a:off x="1542240" y="1199880"/>
            <a:ext cx="2744280" cy="1715040"/>
          </a:xfrm>
          <a:prstGeom prst="curvedConnector3">
            <a:avLst>
              <a:gd name="adj1" fmla="val 25019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71" name="Losange 270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2" name="Connecteur droit avec flèche 271"/>
          <p:cNvCxnSpPr>
            <a:stCxn id="266" idx="3"/>
            <a:endCxn id="271" idx="1"/>
          </p:cNvCxnSpPr>
          <p:nvPr/>
        </p:nvCxnSpPr>
        <p:spPr>
          <a:xfrm>
            <a:off x="1371240" y="4463280"/>
            <a:ext cx="457920" cy="1116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73" name="Rectangle 272"/>
          <p:cNvSpPr/>
          <p:nvPr/>
        </p:nvSpPr>
        <p:spPr>
          <a:xfrm>
            <a:off x="32004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4" name="Connecteur droit avec flèche 273"/>
          <p:cNvCxnSpPr>
            <a:stCxn id="271" idx="3"/>
            <a:endCxn id="273" idx="1"/>
          </p:cNvCxnSpPr>
          <p:nvPr/>
        </p:nvCxnSpPr>
        <p:spPr>
          <a:xfrm flipV="1">
            <a:off x="2742480" y="4228920"/>
            <a:ext cx="458280" cy="245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75" name="Triangle isocèle 274"/>
          <p:cNvSpPr/>
          <p:nvPr/>
        </p:nvSpPr>
        <p:spPr>
          <a:xfrm>
            <a:off x="34290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cteur droit avec flèche 275"/>
          <p:cNvCxnSpPr>
            <a:stCxn id="273" idx="2"/>
            <a:endCxn id="275" idx="0"/>
          </p:cNvCxnSpPr>
          <p:nvPr/>
        </p:nvCxnSpPr>
        <p:spPr>
          <a:xfrm>
            <a:off x="36572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77" name="Rectangle 276"/>
          <p:cNvSpPr/>
          <p:nvPr/>
        </p:nvSpPr>
        <p:spPr>
          <a:xfrm>
            <a:off x="2743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Connecteur droit avec flèche 277"/>
          <p:cNvCxnSpPr>
            <a:stCxn id="277" idx="0"/>
            <a:endCxn id="275" idx="3"/>
          </p:cNvCxnSpPr>
          <p:nvPr/>
        </p:nvCxnSpPr>
        <p:spPr>
          <a:xfrm flipV="1">
            <a:off x="32000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79" name="Rectangle 278"/>
          <p:cNvSpPr/>
          <p:nvPr/>
        </p:nvSpPr>
        <p:spPr>
          <a:xfrm>
            <a:off x="3886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0" name="Connecteur droit avec flèche 279"/>
          <p:cNvCxnSpPr>
            <a:stCxn id="279" idx="0"/>
          </p:cNvCxnSpPr>
          <p:nvPr/>
        </p:nvCxnSpPr>
        <p:spPr>
          <a:xfrm flipH="1" flipV="1">
            <a:off x="37720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1" name="Losange 280"/>
          <p:cNvSpPr/>
          <p:nvPr/>
        </p:nvSpPr>
        <p:spPr>
          <a:xfrm>
            <a:off x="5029200" y="37551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cteur droit avec flèche 281"/>
          <p:cNvCxnSpPr>
            <a:stCxn id="273" idx="3"/>
            <a:endCxn id="281" idx="1"/>
          </p:cNvCxnSpPr>
          <p:nvPr/>
        </p:nvCxnSpPr>
        <p:spPr>
          <a:xfrm flipV="1">
            <a:off x="4114080" y="3874680"/>
            <a:ext cx="915480" cy="3546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83" name="Connecteur en arc 282"/>
          <p:cNvCxnSpPr>
            <a:stCxn id="247" idx="2"/>
            <a:endCxn id="281" idx="0"/>
          </p:cNvCxnSpPr>
          <p:nvPr/>
        </p:nvCxnSpPr>
        <p:spPr>
          <a:xfrm rot="16200000" flipH="1">
            <a:off x="3093840" y="1362960"/>
            <a:ext cx="3070440" cy="171468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4" name="Losange 283"/>
          <p:cNvSpPr/>
          <p:nvPr/>
        </p:nvSpPr>
        <p:spPr>
          <a:xfrm>
            <a:off x="45720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cteur droit avec flèche 284"/>
          <p:cNvCxnSpPr>
            <a:endCxn id="284" idx="1"/>
          </p:cNvCxnSpPr>
          <p:nvPr/>
        </p:nvCxnSpPr>
        <p:spPr>
          <a:xfrm>
            <a:off x="4114800" y="4228920"/>
            <a:ext cx="45756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86" name="Rectangle 285"/>
          <p:cNvSpPr/>
          <p:nvPr/>
        </p:nvSpPr>
        <p:spPr>
          <a:xfrm>
            <a:off x="66294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7" name="Connecteur droit avec flèche 286"/>
          <p:cNvCxnSpPr>
            <a:stCxn id="284" idx="3"/>
            <a:endCxn id="286" idx="1"/>
          </p:cNvCxnSpPr>
          <p:nvPr/>
        </p:nvCxnSpPr>
        <p:spPr>
          <a:xfrm>
            <a:off x="61714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8" name="Rectangle 287"/>
          <p:cNvSpPr/>
          <p:nvPr/>
        </p:nvSpPr>
        <p:spPr>
          <a:xfrm>
            <a:off x="68580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Losange 288"/>
          <p:cNvSpPr/>
          <p:nvPr/>
        </p:nvSpPr>
        <p:spPr>
          <a:xfrm>
            <a:off x="48006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necteur droit avec flèche 289"/>
          <p:cNvCxnSpPr>
            <a:stCxn id="288" idx="1"/>
            <a:endCxn id="289" idx="3"/>
          </p:cNvCxnSpPr>
          <p:nvPr/>
        </p:nvCxnSpPr>
        <p:spPr>
          <a:xfrm flipH="1" flipV="1">
            <a:off x="61714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91" name="Connecteur droit avec flèche 290"/>
          <p:cNvCxnSpPr>
            <a:stCxn id="289" idx="1"/>
            <a:endCxn id="247" idx="3"/>
          </p:cNvCxnSpPr>
          <p:nvPr/>
        </p:nvCxnSpPr>
        <p:spPr>
          <a:xfrm flipH="1" flipV="1">
            <a:off x="4114080" y="571320"/>
            <a:ext cx="686880" cy="451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92" name="Losange 291"/>
          <p:cNvSpPr/>
          <p:nvPr/>
        </p:nvSpPr>
        <p:spPr>
          <a:xfrm>
            <a:off x="50292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Connecteur droit avec flèche 292"/>
          <p:cNvCxnSpPr>
            <a:stCxn id="288" idx="1"/>
            <a:endCxn id="292" idx="3"/>
          </p:cNvCxnSpPr>
          <p:nvPr/>
        </p:nvCxnSpPr>
        <p:spPr>
          <a:xfrm flipH="1">
            <a:off x="64000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94" name="Connecteur droit avec flèche 293"/>
          <p:cNvCxnSpPr>
            <a:stCxn id="292" idx="1"/>
          </p:cNvCxnSpPr>
          <p:nvPr/>
        </p:nvCxnSpPr>
        <p:spPr>
          <a:xfrm flipH="1" flipV="1">
            <a:off x="4114800" y="571320"/>
            <a:ext cx="914760" cy="10177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95" name="Rectangle 294"/>
          <p:cNvSpPr/>
          <p:nvPr/>
        </p:nvSpPr>
        <p:spPr>
          <a:xfrm>
            <a:off x="5715000" y="2286360"/>
            <a:ext cx="6854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6" name="Connecteur droit avec flèche 295"/>
          <p:cNvCxnSpPr>
            <a:stCxn id="295" idx="0"/>
            <a:endCxn id="292" idx="2"/>
          </p:cNvCxnSpPr>
          <p:nvPr/>
        </p:nvCxnSpPr>
        <p:spPr>
          <a:xfrm flipH="1" flipV="1">
            <a:off x="5714640" y="1708200"/>
            <a:ext cx="343440" cy="578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97" name="Losange 296"/>
          <p:cNvSpPr/>
          <p:nvPr/>
        </p:nvSpPr>
        <p:spPr>
          <a:xfrm>
            <a:off x="5943600" y="342900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Connecteur droit avec flèche 297"/>
          <p:cNvCxnSpPr>
            <a:stCxn id="295" idx="2"/>
            <a:endCxn id="297" idx="0"/>
          </p:cNvCxnSpPr>
          <p:nvPr/>
        </p:nvCxnSpPr>
        <p:spPr>
          <a:xfrm>
            <a:off x="6057720" y="2514240"/>
            <a:ext cx="571680" cy="9151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99" name="Connecteur en arc 298"/>
          <p:cNvCxnSpPr>
            <a:stCxn id="297" idx="1"/>
            <a:endCxn id="257" idx="2"/>
          </p:cNvCxnSpPr>
          <p:nvPr/>
        </p:nvCxnSpPr>
        <p:spPr>
          <a:xfrm rot="10800000">
            <a:off x="3448080" y="3428280"/>
            <a:ext cx="2495520" cy="1206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00" name="Losange 299"/>
          <p:cNvSpPr/>
          <p:nvPr/>
        </p:nvSpPr>
        <p:spPr>
          <a:xfrm>
            <a:off x="7772400" y="4561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1" name="Connecteur droit avec flèche 300"/>
          <p:cNvCxnSpPr>
            <a:stCxn id="300" idx="3"/>
            <a:endCxn id="286" idx="3"/>
          </p:cNvCxnSpPr>
          <p:nvPr/>
        </p:nvCxnSpPr>
        <p:spPr>
          <a:xfrm flipH="1">
            <a:off x="7543080" y="468072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02" name="Rectangle 301"/>
          <p:cNvSpPr/>
          <p:nvPr/>
        </p:nvSpPr>
        <p:spPr>
          <a:xfrm>
            <a:off x="8001360" y="3886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cteur droit avec flèche 302"/>
          <p:cNvCxnSpPr>
            <a:stCxn id="302" idx="2"/>
            <a:endCxn id="300" idx="0"/>
          </p:cNvCxnSpPr>
          <p:nvPr/>
        </p:nvCxnSpPr>
        <p:spPr>
          <a:xfrm>
            <a:off x="8458200" y="4114080"/>
            <a:ext cx="114480" cy="447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04" name="Losange 303"/>
          <p:cNvSpPr/>
          <p:nvPr/>
        </p:nvSpPr>
        <p:spPr>
          <a:xfrm>
            <a:off x="7543800" y="3418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5" name="Connecteur droit avec flèche 304"/>
          <p:cNvCxnSpPr>
            <a:stCxn id="302" idx="0"/>
            <a:endCxn id="304" idx="2"/>
          </p:cNvCxnSpPr>
          <p:nvPr/>
        </p:nvCxnSpPr>
        <p:spPr>
          <a:xfrm flipH="1" flipV="1">
            <a:off x="8343720" y="3657240"/>
            <a:ext cx="11484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06" name="Connecteur en arc 305"/>
          <p:cNvCxnSpPr>
            <a:stCxn id="304" idx="0"/>
            <a:endCxn id="247" idx="2"/>
          </p:cNvCxnSpPr>
          <p:nvPr/>
        </p:nvCxnSpPr>
        <p:spPr>
          <a:xfrm rot="16200000" flipV="1">
            <a:off x="4691160" y="-234360"/>
            <a:ext cx="2733480" cy="4572360"/>
          </a:xfrm>
          <a:prstGeom prst="curvedConnector3">
            <a:avLst>
              <a:gd name="adj1" fmla="val 24986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306"/>
          <p:cNvSpPr/>
          <p:nvPr/>
        </p:nvSpPr>
        <p:spPr>
          <a:xfrm>
            <a:off x="3886560" y="2286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riangle isocèle 307"/>
          <p:cNvSpPr/>
          <p:nvPr/>
        </p:nvSpPr>
        <p:spPr>
          <a:xfrm>
            <a:off x="27630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Connecteur droit avec flèche 308"/>
          <p:cNvCxnSpPr>
            <a:stCxn id="307" idx="1"/>
            <a:endCxn id="308" idx="0"/>
          </p:cNvCxnSpPr>
          <p:nvPr/>
        </p:nvCxnSpPr>
        <p:spPr>
          <a:xfrm flipH="1">
            <a:off x="3105720" y="342720"/>
            <a:ext cx="7812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10" name="Rectangle 309"/>
          <p:cNvSpPr/>
          <p:nvPr/>
        </p:nvSpPr>
        <p:spPr>
          <a:xfrm>
            <a:off x="18486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1" name="Connecteur droit avec flèche 310"/>
          <p:cNvCxnSpPr>
            <a:stCxn id="310" idx="0"/>
            <a:endCxn id="308" idx="2"/>
          </p:cNvCxnSpPr>
          <p:nvPr/>
        </p:nvCxnSpPr>
        <p:spPr>
          <a:xfrm flipV="1">
            <a:off x="2191320" y="1370880"/>
            <a:ext cx="572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12" name="Rectangle 311"/>
          <p:cNvSpPr/>
          <p:nvPr/>
        </p:nvSpPr>
        <p:spPr>
          <a:xfrm>
            <a:off x="2971800" y="171468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Connecteur droit avec flèche 312"/>
          <p:cNvCxnSpPr>
            <a:stCxn id="312" idx="0"/>
            <a:endCxn id="308" idx="4"/>
          </p:cNvCxnSpPr>
          <p:nvPr/>
        </p:nvCxnSpPr>
        <p:spPr>
          <a:xfrm flipV="1">
            <a:off x="3314520" y="1370880"/>
            <a:ext cx="133920" cy="344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14" name="Losange 313"/>
          <p:cNvSpPr/>
          <p:nvPr/>
        </p:nvSpPr>
        <p:spPr>
          <a:xfrm>
            <a:off x="4572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riangle isocèle 314"/>
          <p:cNvSpPr/>
          <p:nvPr/>
        </p:nvSpPr>
        <p:spPr>
          <a:xfrm>
            <a:off x="32004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Connecteur droit avec flèche 315"/>
          <p:cNvCxnSpPr>
            <a:stCxn id="312" idx="2"/>
            <a:endCxn id="315" idx="0"/>
          </p:cNvCxnSpPr>
          <p:nvPr/>
        </p:nvCxnSpPr>
        <p:spPr>
          <a:xfrm>
            <a:off x="3314520" y="1942560"/>
            <a:ext cx="228960" cy="572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17" name="Rectangle 316"/>
          <p:cNvSpPr/>
          <p:nvPr/>
        </p:nvSpPr>
        <p:spPr>
          <a:xfrm>
            <a:off x="29916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8" name="Connecteur droit avec flèche 317"/>
          <p:cNvCxnSpPr>
            <a:stCxn id="317" idx="0"/>
            <a:endCxn id="315" idx="2"/>
          </p:cNvCxnSpPr>
          <p:nvPr/>
        </p:nvCxnSpPr>
        <p:spPr>
          <a:xfrm flipH="1" flipV="1">
            <a:off x="32004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19" name="Rectangle 318"/>
          <p:cNvSpPr/>
          <p:nvPr/>
        </p:nvSpPr>
        <p:spPr>
          <a:xfrm>
            <a:off x="4343400" y="3200400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eur droit avec flèche 319"/>
          <p:cNvCxnSpPr>
            <a:stCxn id="319" idx="0"/>
            <a:endCxn id="315" idx="4"/>
          </p:cNvCxnSpPr>
          <p:nvPr/>
        </p:nvCxnSpPr>
        <p:spPr>
          <a:xfrm flipH="1" flipV="1">
            <a:off x="3885480" y="2742480"/>
            <a:ext cx="10296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21" name="Connecteur droit avec flèche 320"/>
          <p:cNvCxnSpPr>
            <a:stCxn id="314" idx="0"/>
            <a:endCxn id="310" idx="2"/>
          </p:cNvCxnSpPr>
          <p:nvPr/>
        </p:nvCxnSpPr>
        <p:spPr>
          <a:xfrm flipV="1">
            <a:off x="1142640" y="2056680"/>
            <a:ext cx="10490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22" name="Connecteur droit avec flèche 321"/>
          <p:cNvCxnSpPr>
            <a:stCxn id="314" idx="2"/>
            <a:endCxn id="317" idx="1"/>
          </p:cNvCxnSpPr>
          <p:nvPr/>
        </p:nvCxnSpPr>
        <p:spPr>
          <a:xfrm>
            <a:off x="1142640" y="2971080"/>
            <a:ext cx="18493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23" name="Losange 322"/>
          <p:cNvSpPr/>
          <p:nvPr/>
        </p:nvSpPr>
        <p:spPr>
          <a:xfrm>
            <a:off x="4095360" y="2457360"/>
            <a:ext cx="1142280" cy="28512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4" name="Connecteur droit avec flèche 323"/>
          <p:cNvCxnSpPr>
            <a:stCxn id="312" idx="3"/>
            <a:endCxn id="323" idx="1"/>
          </p:cNvCxnSpPr>
          <p:nvPr/>
        </p:nvCxnSpPr>
        <p:spPr>
          <a:xfrm>
            <a:off x="3656880" y="1828800"/>
            <a:ext cx="438840" cy="7714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25" name="Connecteur en arc 324"/>
          <p:cNvCxnSpPr>
            <a:stCxn id="323" idx="2"/>
            <a:endCxn id="323" idx="3"/>
          </p:cNvCxnSpPr>
          <p:nvPr/>
        </p:nvCxnSpPr>
        <p:spPr>
          <a:xfrm rot="5400000" flipH="1" flipV="1">
            <a:off x="4880880" y="2385720"/>
            <a:ext cx="142920" cy="571320"/>
          </a:xfrm>
          <a:prstGeom prst="curvedConnector4">
            <a:avLst>
              <a:gd name="adj1" fmla="val -153787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326" name="Rectangle 325"/>
          <p:cNvSpPr/>
          <p:nvPr/>
        </p:nvSpPr>
        <p:spPr>
          <a:xfrm>
            <a:off x="457200" y="435456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Connecteur droit avec flèche 326"/>
          <p:cNvCxnSpPr>
            <a:stCxn id="326" idx="0"/>
            <a:endCxn id="314" idx="2"/>
          </p:cNvCxnSpPr>
          <p:nvPr/>
        </p:nvCxnSpPr>
        <p:spPr>
          <a:xfrm flipV="1">
            <a:off x="914400" y="2971080"/>
            <a:ext cx="228600" cy="1383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28" name="Losange 327"/>
          <p:cNvSpPr/>
          <p:nvPr/>
        </p:nvSpPr>
        <p:spPr>
          <a:xfrm>
            <a:off x="13716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9" name="Connecteur droit avec flèche 328"/>
          <p:cNvCxnSpPr>
            <a:stCxn id="326" idx="0"/>
            <a:endCxn id="328" idx="2"/>
          </p:cNvCxnSpPr>
          <p:nvPr/>
        </p:nvCxnSpPr>
        <p:spPr>
          <a:xfrm flipV="1">
            <a:off x="914400" y="3885480"/>
            <a:ext cx="1143000" cy="469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30" name="Connecteur en arc 329"/>
          <p:cNvCxnSpPr>
            <a:stCxn id="307" idx="2"/>
            <a:endCxn id="328" idx="0"/>
          </p:cNvCxnSpPr>
          <p:nvPr/>
        </p:nvCxnSpPr>
        <p:spPr>
          <a:xfrm rot="5400000">
            <a:off x="1656720" y="856440"/>
            <a:ext cx="2972880" cy="2172600"/>
          </a:xfrm>
          <a:prstGeom prst="curvedConnector3">
            <a:avLst>
              <a:gd name="adj1" fmla="val 26946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31" name="Losange 330"/>
          <p:cNvSpPr/>
          <p:nvPr/>
        </p:nvSpPr>
        <p:spPr>
          <a:xfrm>
            <a:off x="1828800" y="43545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2" name="Connecteur droit avec flèche 331"/>
          <p:cNvCxnSpPr>
            <a:stCxn id="326" idx="3"/>
            <a:endCxn id="331" idx="1"/>
          </p:cNvCxnSpPr>
          <p:nvPr/>
        </p:nvCxnSpPr>
        <p:spPr>
          <a:xfrm>
            <a:off x="1371240" y="4463280"/>
            <a:ext cx="457920" cy="1116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33" name="Rectangle 332"/>
          <p:cNvSpPr/>
          <p:nvPr/>
        </p:nvSpPr>
        <p:spPr>
          <a:xfrm>
            <a:off x="32004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4" name="Connecteur droit avec flèche 333"/>
          <p:cNvCxnSpPr>
            <a:stCxn id="331" idx="3"/>
            <a:endCxn id="333" idx="1"/>
          </p:cNvCxnSpPr>
          <p:nvPr/>
        </p:nvCxnSpPr>
        <p:spPr>
          <a:xfrm flipV="1">
            <a:off x="2742480" y="4228920"/>
            <a:ext cx="458280" cy="245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35" name="Triangle isocèle 334"/>
          <p:cNvSpPr/>
          <p:nvPr/>
        </p:nvSpPr>
        <p:spPr>
          <a:xfrm>
            <a:off x="34290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6" name="Connecteur droit avec flèche 335"/>
          <p:cNvCxnSpPr>
            <a:stCxn id="333" idx="2"/>
            <a:endCxn id="335" idx="0"/>
          </p:cNvCxnSpPr>
          <p:nvPr/>
        </p:nvCxnSpPr>
        <p:spPr>
          <a:xfrm>
            <a:off x="36572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37" name="Rectangle 336"/>
          <p:cNvSpPr/>
          <p:nvPr/>
        </p:nvSpPr>
        <p:spPr>
          <a:xfrm>
            <a:off x="2743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Connecteur droit avec flèche 337"/>
          <p:cNvCxnSpPr>
            <a:stCxn id="337" idx="0"/>
            <a:endCxn id="335" idx="3"/>
          </p:cNvCxnSpPr>
          <p:nvPr/>
        </p:nvCxnSpPr>
        <p:spPr>
          <a:xfrm flipV="1">
            <a:off x="32000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39" name="Rectangle 338"/>
          <p:cNvSpPr/>
          <p:nvPr/>
        </p:nvSpPr>
        <p:spPr>
          <a:xfrm>
            <a:off x="38862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0" name="Connecteur droit avec flèche 339"/>
          <p:cNvCxnSpPr>
            <a:stCxn id="339" idx="0"/>
          </p:cNvCxnSpPr>
          <p:nvPr/>
        </p:nvCxnSpPr>
        <p:spPr>
          <a:xfrm flipH="1" flipV="1">
            <a:off x="37720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41" name="Losange 340"/>
          <p:cNvSpPr/>
          <p:nvPr/>
        </p:nvSpPr>
        <p:spPr>
          <a:xfrm>
            <a:off x="4800600" y="411480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2" name="Connecteur droit avec flèche 341"/>
          <p:cNvCxnSpPr>
            <a:stCxn id="333" idx="3"/>
            <a:endCxn id="341" idx="1"/>
          </p:cNvCxnSpPr>
          <p:nvPr/>
        </p:nvCxnSpPr>
        <p:spPr>
          <a:xfrm>
            <a:off x="4114080" y="4228920"/>
            <a:ext cx="686880" cy="57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43" name="Connecteur en arc 342"/>
          <p:cNvCxnSpPr>
            <a:stCxn id="307" idx="2"/>
            <a:endCxn id="341" idx="0"/>
          </p:cNvCxnSpPr>
          <p:nvPr/>
        </p:nvCxnSpPr>
        <p:spPr>
          <a:xfrm rot="16200000" flipH="1">
            <a:off x="2914200" y="1771560"/>
            <a:ext cx="3658680" cy="1028520"/>
          </a:xfrm>
          <a:prstGeom prst="curvedConnector3">
            <a:avLst>
              <a:gd name="adj1" fmla="val 9197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44" name="Losange 343"/>
          <p:cNvSpPr/>
          <p:nvPr/>
        </p:nvSpPr>
        <p:spPr>
          <a:xfrm>
            <a:off x="45720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5" name="Connecteur droit avec flèche 344"/>
          <p:cNvCxnSpPr>
            <a:stCxn id="333" idx="3"/>
            <a:endCxn id="344" idx="1"/>
          </p:cNvCxnSpPr>
          <p:nvPr/>
        </p:nvCxnSpPr>
        <p:spPr>
          <a:xfrm>
            <a:off x="4114080" y="4228920"/>
            <a:ext cx="45828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46" name="Rectangle 345"/>
          <p:cNvSpPr/>
          <p:nvPr/>
        </p:nvSpPr>
        <p:spPr>
          <a:xfrm>
            <a:off x="66294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7" name="Connecteur droit avec flèche 346"/>
          <p:cNvCxnSpPr>
            <a:stCxn id="344" idx="3"/>
            <a:endCxn id="346" idx="1"/>
          </p:cNvCxnSpPr>
          <p:nvPr/>
        </p:nvCxnSpPr>
        <p:spPr>
          <a:xfrm>
            <a:off x="61714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48" name="Rectangle 347"/>
          <p:cNvSpPr/>
          <p:nvPr/>
        </p:nvSpPr>
        <p:spPr>
          <a:xfrm>
            <a:off x="68580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Losange 348"/>
          <p:cNvSpPr/>
          <p:nvPr/>
        </p:nvSpPr>
        <p:spPr>
          <a:xfrm>
            <a:off x="48006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0" name="Connecteur droit avec flèche 349"/>
          <p:cNvCxnSpPr>
            <a:stCxn id="348" idx="1"/>
            <a:endCxn id="349" idx="3"/>
          </p:cNvCxnSpPr>
          <p:nvPr/>
        </p:nvCxnSpPr>
        <p:spPr>
          <a:xfrm flipH="1" flipV="1">
            <a:off x="61714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51" name="Connecteur droit avec flèche 350"/>
          <p:cNvCxnSpPr>
            <a:stCxn id="349" idx="1"/>
            <a:endCxn id="307" idx="3"/>
          </p:cNvCxnSpPr>
          <p:nvPr/>
        </p:nvCxnSpPr>
        <p:spPr>
          <a:xfrm flipH="1" flipV="1">
            <a:off x="4571640" y="342720"/>
            <a:ext cx="229320" cy="680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52" name="Losange 351"/>
          <p:cNvSpPr/>
          <p:nvPr/>
        </p:nvSpPr>
        <p:spPr>
          <a:xfrm>
            <a:off x="50292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3" name="Connecteur droit avec flèche 352"/>
          <p:cNvCxnSpPr>
            <a:stCxn id="348" idx="1"/>
            <a:endCxn id="352" idx="3"/>
          </p:cNvCxnSpPr>
          <p:nvPr/>
        </p:nvCxnSpPr>
        <p:spPr>
          <a:xfrm flipH="1">
            <a:off x="64000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54" name="Connecteur droit avec flèche 353"/>
          <p:cNvCxnSpPr>
            <a:stCxn id="352" idx="1"/>
            <a:endCxn id="307" idx="2"/>
          </p:cNvCxnSpPr>
          <p:nvPr/>
        </p:nvCxnSpPr>
        <p:spPr>
          <a:xfrm flipH="1" flipV="1">
            <a:off x="4229280" y="45648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55" name="Rectangle 354"/>
          <p:cNvSpPr/>
          <p:nvPr/>
        </p:nvSpPr>
        <p:spPr>
          <a:xfrm>
            <a:off x="5486400" y="2286360"/>
            <a:ext cx="6854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Connecteur droit avec flèche 355"/>
          <p:cNvCxnSpPr>
            <a:stCxn id="355" idx="0"/>
            <a:endCxn id="352" idx="2"/>
          </p:cNvCxnSpPr>
          <p:nvPr/>
        </p:nvCxnSpPr>
        <p:spPr>
          <a:xfrm flipH="1" flipV="1">
            <a:off x="5714640" y="1708200"/>
            <a:ext cx="114840" cy="578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57" name="Losange 356"/>
          <p:cNvSpPr/>
          <p:nvPr/>
        </p:nvSpPr>
        <p:spPr>
          <a:xfrm>
            <a:off x="5257800" y="364680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8" name="Connecteur droit avec flèche 357"/>
          <p:cNvCxnSpPr>
            <a:stCxn id="355" idx="2"/>
            <a:endCxn id="357" idx="0"/>
          </p:cNvCxnSpPr>
          <p:nvPr/>
        </p:nvCxnSpPr>
        <p:spPr>
          <a:xfrm>
            <a:off x="5829120" y="2514240"/>
            <a:ext cx="114480" cy="1132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59" name="Connecteur en arc 358"/>
          <p:cNvCxnSpPr>
            <a:stCxn id="357" idx="1"/>
            <a:endCxn id="317" idx="2"/>
          </p:cNvCxnSpPr>
          <p:nvPr/>
        </p:nvCxnSpPr>
        <p:spPr>
          <a:xfrm rot="10800000">
            <a:off x="3448440" y="3427920"/>
            <a:ext cx="1809720" cy="3384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60" name="Losange 359"/>
          <p:cNvSpPr/>
          <p:nvPr/>
        </p:nvSpPr>
        <p:spPr>
          <a:xfrm>
            <a:off x="7772400" y="4561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1" name="Connecteur droit avec flèche 360"/>
          <p:cNvCxnSpPr>
            <a:stCxn id="360" idx="3"/>
            <a:endCxn id="346" idx="3"/>
          </p:cNvCxnSpPr>
          <p:nvPr/>
        </p:nvCxnSpPr>
        <p:spPr>
          <a:xfrm flipH="1">
            <a:off x="7543080" y="468072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62" name="Rectangle 361"/>
          <p:cNvSpPr/>
          <p:nvPr/>
        </p:nvSpPr>
        <p:spPr>
          <a:xfrm>
            <a:off x="8001360" y="3886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3" name="Connecteur droit avec flèche 362"/>
          <p:cNvCxnSpPr>
            <a:stCxn id="362" idx="2"/>
            <a:endCxn id="360" idx="0"/>
          </p:cNvCxnSpPr>
          <p:nvPr/>
        </p:nvCxnSpPr>
        <p:spPr>
          <a:xfrm>
            <a:off x="8458200" y="4114080"/>
            <a:ext cx="114480" cy="447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64" name="Losange 363"/>
          <p:cNvSpPr/>
          <p:nvPr/>
        </p:nvSpPr>
        <p:spPr>
          <a:xfrm>
            <a:off x="8001360" y="34290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5" name="Connecteur droit avec flèche 364"/>
          <p:cNvCxnSpPr>
            <a:stCxn id="362" idx="0"/>
            <a:endCxn id="364" idx="2"/>
          </p:cNvCxnSpPr>
          <p:nvPr/>
        </p:nvCxnSpPr>
        <p:spPr>
          <a:xfrm flipV="1">
            <a:off x="8458200" y="3668040"/>
            <a:ext cx="343440" cy="218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66" name="Connecteur en arc 365"/>
          <p:cNvCxnSpPr>
            <a:stCxn id="364" idx="0"/>
            <a:endCxn id="307" idx="2"/>
          </p:cNvCxnSpPr>
          <p:nvPr/>
        </p:nvCxnSpPr>
        <p:spPr>
          <a:xfrm rot="16200000" flipV="1">
            <a:off x="5029200" y="-343440"/>
            <a:ext cx="2972880" cy="4572360"/>
          </a:xfrm>
          <a:prstGeom prst="curvedConnector3">
            <a:avLst>
              <a:gd name="adj1" fmla="val 24984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67" name="Rectangle 366"/>
          <p:cNvSpPr/>
          <p:nvPr/>
        </p:nvSpPr>
        <p:spPr>
          <a:xfrm>
            <a:off x="6400800" y="4115160"/>
            <a:ext cx="9140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8" name="Connecteur en angle 367"/>
          <p:cNvCxnSpPr>
            <a:stCxn id="341" idx="3"/>
            <a:endCxn id="367" idx="1"/>
          </p:cNvCxnSpPr>
          <p:nvPr/>
        </p:nvCxnSpPr>
        <p:spPr>
          <a:xfrm flipV="1">
            <a:off x="5714280" y="4229280"/>
            <a:ext cx="686880" cy="5400"/>
          </a:xfrm>
          <a:prstGeom prst="bentConnector3">
            <a:avLst>
              <a:gd name="adj1" fmla="val 50078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372" name="Losange 371"/>
          <p:cNvSpPr/>
          <p:nvPr/>
        </p:nvSpPr>
        <p:spPr>
          <a:xfrm>
            <a:off x="6743880" y="3657600"/>
            <a:ext cx="9136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3" name="Connecteur en arc 372"/>
          <p:cNvCxnSpPr>
            <a:stCxn id="307" idx="3"/>
            <a:endCxn id="372" idx="1"/>
          </p:cNvCxnSpPr>
          <p:nvPr/>
        </p:nvCxnSpPr>
        <p:spPr>
          <a:xfrm>
            <a:off x="4571640" y="342720"/>
            <a:ext cx="2172600" cy="3543840"/>
          </a:xfrm>
          <a:prstGeom prst="curvedConnector3">
            <a:avLst>
              <a:gd name="adj1" fmla="val 50016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374" name="Connecteur en angle 373"/>
          <p:cNvCxnSpPr>
            <a:stCxn id="372" idx="3"/>
            <a:endCxn id="367" idx="3"/>
          </p:cNvCxnSpPr>
          <p:nvPr/>
        </p:nvCxnSpPr>
        <p:spPr>
          <a:xfrm flipH="1">
            <a:off x="7314840" y="3886020"/>
            <a:ext cx="342720" cy="343080"/>
          </a:xfrm>
          <a:prstGeom prst="bentConnector3">
            <a:avLst>
              <a:gd name="adj1" fmla="val -66702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375" name="Losange 374"/>
          <p:cNvSpPr/>
          <p:nvPr/>
        </p:nvSpPr>
        <p:spPr>
          <a:xfrm>
            <a:off x="6172200" y="3200400"/>
            <a:ext cx="137124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6" name="Connecteur en arc 375"/>
          <p:cNvCxnSpPr>
            <a:stCxn id="307" idx="2"/>
            <a:endCxn id="375" idx="1"/>
          </p:cNvCxnSpPr>
          <p:nvPr/>
        </p:nvCxnSpPr>
        <p:spPr>
          <a:xfrm rot="16200000" flipH="1">
            <a:off x="3771720" y="913680"/>
            <a:ext cx="2858400" cy="194328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377" name="Connecteur en angle 376"/>
          <p:cNvCxnSpPr>
            <a:stCxn id="375" idx="3"/>
          </p:cNvCxnSpPr>
          <p:nvPr/>
        </p:nvCxnSpPr>
        <p:spPr>
          <a:xfrm flipH="1">
            <a:off x="7315200" y="3314520"/>
            <a:ext cx="228600" cy="915480"/>
          </a:xfrm>
          <a:prstGeom prst="bentConnector3">
            <a:avLst>
              <a:gd name="adj1" fmla="val -60818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angle 607"/>
          <p:cNvSpPr/>
          <p:nvPr/>
        </p:nvSpPr>
        <p:spPr>
          <a:xfrm>
            <a:off x="4343760" y="2286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riangle isocèle 608"/>
          <p:cNvSpPr/>
          <p:nvPr/>
        </p:nvSpPr>
        <p:spPr>
          <a:xfrm>
            <a:off x="29718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0" name="Connecteur droit avec flèche 609"/>
          <p:cNvCxnSpPr>
            <a:stCxn id="608" idx="1"/>
            <a:endCxn id="609" idx="0"/>
          </p:cNvCxnSpPr>
          <p:nvPr/>
        </p:nvCxnSpPr>
        <p:spPr>
          <a:xfrm flipH="1">
            <a:off x="3314520" y="342720"/>
            <a:ext cx="10296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1" name="Rectangle 610"/>
          <p:cNvSpPr/>
          <p:nvPr/>
        </p:nvSpPr>
        <p:spPr>
          <a:xfrm>
            <a:off x="25344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eur droit avec flèche 611"/>
          <p:cNvCxnSpPr>
            <a:stCxn id="611" idx="0"/>
            <a:endCxn id="609" idx="2"/>
          </p:cNvCxnSpPr>
          <p:nvPr/>
        </p:nvCxnSpPr>
        <p:spPr>
          <a:xfrm flipV="1">
            <a:off x="2877120" y="1370880"/>
            <a:ext cx="95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3" name="Rectangle 612"/>
          <p:cNvSpPr/>
          <p:nvPr/>
        </p:nvSpPr>
        <p:spPr>
          <a:xfrm>
            <a:off x="3429000" y="1610640"/>
            <a:ext cx="800280" cy="3319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eur droit avec flèche 613"/>
          <p:cNvCxnSpPr>
            <a:stCxn id="613" idx="0"/>
            <a:endCxn id="609" idx="4"/>
          </p:cNvCxnSpPr>
          <p:nvPr/>
        </p:nvCxnSpPr>
        <p:spPr>
          <a:xfrm flipH="1" flipV="1">
            <a:off x="3656880" y="1370880"/>
            <a:ext cx="172260" cy="239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5" name="Losange 614"/>
          <p:cNvSpPr/>
          <p:nvPr/>
        </p:nvSpPr>
        <p:spPr>
          <a:xfrm>
            <a:off x="13716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riangle isocèle 615"/>
          <p:cNvSpPr/>
          <p:nvPr/>
        </p:nvSpPr>
        <p:spPr>
          <a:xfrm>
            <a:off x="36576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7" name="Connecteur droit avec flèche 616"/>
          <p:cNvCxnSpPr>
            <a:stCxn id="613" idx="2"/>
            <a:endCxn id="616" idx="0"/>
          </p:cNvCxnSpPr>
          <p:nvPr/>
        </p:nvCxnSpPr>
        <p:spPr>
          <a:xfrm>
            <a:off x="3829140" y="1942560"/>
            <a:ext cx="17100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8" name="Rectangle 617"/>
          <p:cNvSpPr/>
          <p:nvPr/>
        </p:nvSpPr>
        <p:spPr>
          <a:xfrm>
            <a:off x="34488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9" name="Connecteur droit avec flèche 618"/>
          <p:cNvCxnSpPr>
            <a:stCxn id="618" idx="0"/>
            <a:endCxn id="616" idx="2"/>
          </p:cNvCxnSpPr>
          <p:nvPr/>
        </p:nvCxnSpPr>
        <p:spPr>
          <a:xfrm flipH="1" flipV="1">
            <a:off x="36576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20" name="Rectangle 619"/>
          <p:cNvSpPr/>
          <p:nvPr/>
        </p:nvSpPr>
        <p:spPr>
          <a:xfrm>
            <a:off x="4487310" y="3107263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1" name="Connecteur droit avec flèche 620"/>
          <p:cNvCxnSpPr>
            <a:stCxn id="620" idx="0"/>
            <a:endCxn id="616" idx="4"/>
          </p:cNvCxnSpPr>
          <p:nvPr/>
        </p:nvCxnSpPr>
        <p:spPr>
          <a:xfrm flipH="1" flipV="1">
            <a:off x="4342680" y="2742480"/>
            <a:ext cx="715770" cy="364783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2" name="Connecteur droit avec flèche 621"/>
          <p:cNvCxnSpPr>
            <a:stCxn id="615" idx="0"/>
            <a:endCxn id="611" idx="2"/>
          </p:cNvCxnSpPr>
          <p:nvPr/>
        </p:nvCxnSpPr>
        <p:spPr>
          <a:xfrm flipV="1">
            <a:off x="2057040" y="2056680"/>
            <a:ext cx="8204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23" name="Connecteur droit avec flèche 622"/>
          <p:cNvCxnSpPr>
            <a:stCxn id="615" idx="2"/>
            <a:endCxn id="618" idx="1"/>
          </p:cNvCxnSpPr>
          <p:nvPr/>
        </p:nvCxnSpPr>
        <p:spPr>
          <a:xfrm>
            <a:off x="2057040" y="2971080"/>
            <a:ext cx="13921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24" name="Losange 623"/>
          <p:cNvSpPr/>
          <p:nvPr/>
        </p:nvSpPr>
        <p:spPr>
          <a:xfrm>
            <a:off x="4552560" y="2457360"/>
            <a:ext cx="1142280" cy="28512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5" name="Connecteur droit avec flèche 624"/>
          <p:cNvCxnSpPr>
            <a:stCxn id="613" idx="3"/>
            <a:endCxn id="624" idx="1"/>
          </p:cNvCxnSpPr>
          <p:nvPr/>
        </p:nvCxnSpPr>
        <p:spPr>
          <a:xfrm>
            <a:off x="4229280" y="1776600"/>
            <a:ext cx="323280" cy="8233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6" name="Connecteur en arc 625"/>
          <p:cNvCxnSpPr>
            <a:stCxn id="624" idx="2"/>
            <a:endCxn id="624" idx="3"/>
          </p:cNvCxnSpPr>
          <p:nvPr/>
        </p:nvCxnSpPr>
        <p:spPr>
          <a:xfrm rot="5400000" flipH="1" flipV="1">
            <a:off x="5338080" y="2385720"/>
            <a:ext cx="142920" cy="571320"/>
          </a:xfrm>
          <a:prstGeom prst="curvedConnector4">
            <a:avLst>
              <a:gd name="adj1" fmla="val -153787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628" name="Losange 627"/>
          <p:cNvSpPr/>
          <p:nvPr/>
        </p:nvSpPr>
        <p:spPr>
          <a:xfrm>
            <a:off x="20574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Connecteur en arc 628"/>
          <p:cNvCxnSpPr>
            <a:stCxn id="608" idx="2"/>
            <a:endCxn id="628" idx="0"/>
          </p:cNvCxnSpPr>
          <p:nvPr/>
        </p:nvCxnSpPr>
        <p:spPr>
          <a:xfrm rot="5400000">
            <a:off x="2228040" y="970920"/>
            <a:ext cx="2972880" cy="1944000"/>
          </a:xfrm>
          <a:prstGeom prst="curvedConnector3">
            <a:avLst>
              <a:gd name="adj1" fmla="val 26946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0" name="Losange 629"/>
          <p:cNvSpPr/>
          <p:nvPr/>
        </p:nvSpPr>
        <p:spPr>
          <a:xfrm>
            <a:off x="2286000" y="43329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630"/>
          <p:cNvSpPr/>
          <p:nvPr/>
        </p:nvSpPr>
        <p:spPr>
          <a:xfrm>
            <a:off x="36576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2" name="Connecteur droit avec flèche 631"/>
          <p:cNvCxnSpPr>
            <a:stCxn id="630" idx="3"/>
            <a:endCxn id="631" idx="1"/>
          </p:cNvCxnSpPr>
          <p:nvPr/>
        </p:nvCxnSpPr>
        <p:spPr>
          <a:xfrm flipV="1">
            <a:off x="3199680" y="4228920"/>
            <a:ext cx="458280" cy="2239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33" name="Triangle isocèle 632"/>
          <p:cNvSpPr/>
          <p:nvPr/>
        </p:nvSpPr>
        <p:spPr>
          <a:xfrm>
            <a:off x="38862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4" name="Connecteur droit avec flèche 633"/>
          <p:cNvCxnSpPr>
            <a:stCxn id="631" idx="2"/>
            <a:endCxn id="633" idx="0"/>
          </p:cNvCxnSpPr>
          <p:nvPr/>
        </p:nvCxnSpPr>
        <p:spPr>
          <a:xfrm>
            <a:off x="41144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5" name="Rectangle 634"/>
          <p:cNvSpPr/>
          <p:nvPr/>
        </p:nvSpPr>
        <p:spPr>
          <a:xfrm>
            <a:off x="3200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6" name="Connecteur droit avec flèche 635"/>
          <p:cNvCxnSpPr>
            <a:stCxn id="635" idx="0"/>
            <a:endCxn id="633" idx="3"/>
          </p:cNvCxnSpPr>
          <p:nvPr/>
        </p:nvCxnSpPr>
        <p:spPr>
          <a:xfrm flipV="1">
            <a:off x="36572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7" name="Rectangle 636"/>
          <p:cNvSpPr/>
          <p:nvPr/>
        </p:nvSpPr>
        <p:spPr>
          <a:xfrm>
            <a:off x="4343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Connecteur droit avec flèche 637"/>
          <p:cNvCxnSpPr>
            <a:stCxn id="637" idx="0"/>
          </p:cNvCxnSpPr>
          <p:nvPr/>
        </p:nvCxnSpPr>
        <p:spPr>
          <a:xfrm flipH="1" flipV="1">
            <a:off x="42292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9" name="Losange 638"/>
          <p:cNvSpPr/>
          <p:nvPr/>
        </p:nvSpPr>
        <p:spPr>
          <a:xfrm>
            <a:off x="5257800" y="411480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0" name="Connecteur droit avec flèche 639"/>
          <p:cNvCxnSpPr>
            <a:stCxn id="631" idx="3"/>
            <a:endCxn id="639" idx="1"/>
          </p:cNvCxnSpPr>
          <p:nvPr/>
        </p:nvCxnSpPr>
        <p:spPr>
          <a:xfrm>
            <a:off x="4571280" y="4228920"/>
            <a:ext cx="686880" cy="57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41" name="Connecteur en arc 640"/>
          <p:cNvCxnSpPr>
            <a:stCxn id="608" idx="2"/>
            <a:endCxn id="639" idx="0"/>
          </p:cNvCxnSpPr>
          <p:nvPr/>
        </p:nvCxnSpPr>
        <p:spPr>
          <a:xfrm rot="16200000" flipH="1">
            <a:off x="3371400" y="1771560"/>
            <a:ext cx="3658680" cy="1028520"/>
          </a:xfrm>
          <a:prstGeom prst="curvedConnector3">
            <a:avLst>
              <a:gd name="adj1" fmla="val 9197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2" name="Losange 641"/>
          <p:cNvSpPr/>
          <p:nvPr/>
        </p:nvSpPr>
        <p:spPr>
          <a:xfrm>
            <a:off x="50292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3" name="Connecteur droit avec flèche 642"/>
          <p:cNvCxnSpPr>
            <a:stCxn id="631" idx="3"/>
            <a:endCxn id="642" idx="1"/>
          </p:cNvCxnSpPr>
          <p:nvPr/>
        </p:nvCxnSpPr>
        <p:spPr>
          <a:xfrm>
            <a:off x="4571280" y="4228920"/>
            <a:ext cx="45828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4" name="Rectangle 643"/>
          <p:cNvSpPr/>
          <p:nvPr/>
        </p:nvSpPr>
        <p:spPr>
          <a:xfrm>
            <a:off x="70866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5" name="Connecteur droit avec flèche 644"/>
          <p:cNvCxnSpPr>
            <a:stCxn id="642" idx="3"/>
            <a:endCxn id="644" idx="1"/>
          </p:cNvCxnSpPr>
          <p:nvPr/>
        </p:nvCxnSpPr>
        <p:spPr>
          <a:xfrm>
            <a:off x="66286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6" name="Rectangle 645"/>
          <p:cNvSpPr/>
          <p:nvPr/>
        </p:nvSpPr>
        <p:spPr>
          <a:xfrm>
            <a:off x="73152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Losange 646"/>
          <p:cNvSpPr/>
          <p:nvPr/>
        </p:nvSpPr>
        <p:spPr>
          <a:xfrm>
            <a:off x="52578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Connecteur droit avec flèche 647"/>
          <p:cNvCxnSpPr>
            <a:stCxn id="646" idx="1"/>
            <a:endCxn id="647" idx="3"/>
          </p:cNvCxnSpPr>
          <p:nvPr/>
        </p:nvCxnSpPr>
        <p:spPr>
          <a:xfrm flipH="1" flipV="1">
            <a:off x="66286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49" name="Connecteur droit avec flèche 648"/>
          <p:cNvCxnSpPr>
            <a:stCxn id="647" idx="1"/>
            <a:endCxn id="608" idx="3"/>
          </p:cNvCxnSpPr>
          <p:nvPr/>
        </p:nvCxnSpPr>
        <p:spPr>
          <a:xfrm flipH="1" flipV="1">
            <a:off x="5028840" y="342720"/>
            <a:ext cx="229320" cy="680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0" name="Losange 649"/>
          <p:cNvSpPr/>
          <p:nvPr/>
        </p:nvSpPr>
        <p:spPr>
          <a:xfrm>
            <a:off x="54864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1" name="Connecteur droit avec flèche 650"/>
          <p:cNvCxnSpPr>
            <a:stCxn id="646" idx="1"/>
            <a:endCxn id="650" idx="3"/>
          </p:cNvCxnSpPr>
          <p:nvPr/>
        </p:nvCxnSpPr>
        <p:spPr>
          <a:xfrm flipH="1">
            <a:off x="68572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52" name="Connecteur droit avec flèche 651"/>
          <p:cNvCxnSpPr>
            <a:stCxn id="650" idx="1"/>
            <a:endCxn id="608" idx="2"/>
          </p:cNvCxnSpPr>
          <p:nvPr/>
        </p:nvCxnSpPr>
        <p:spPr>
          <a:xfrm flipH="1" flipV="1">
            <a:off x="4686480" y="45648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3" name="Rectangle 652"/>
          <p:cNvSpPr/>
          <p:nvPr/>
        </p:nvSpPr>
        <p:spPr>
          <a:xfrm>
            <a:off x="6629760" y="2058120"/>
            <a:ext cx="6854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Connecteur droit avec flèche 653"/>
          <p:cNvCxnSpPr>
            <a:stCxn id="653" idx="0"/>
            <a:endCxn id="650" idx="2"/>
          </p:cNvCxnSpPr>
          <p:nvPr/>
        </p:nvCxnSpPr>
        <p:spPr>
          <a:xfrm flipH="1" flipV="1">
            <a:off x="6171840" y="1708200"/>
            <a:ext cx="801000" cy="3502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55" name="Losange 654"/>
          <p:cNvSpPr/>
          <p:nvPr/>
        </p:nvSpPr>
        <p:spPr>
          <a:xfrm>
            <a:off x="5694840" y="381857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6" name="Connecteur droit avec flèche 655"/>
          <p:cNvCxnSpPr>
            <a:stCxn id="653" idx="2"/>
            <a:endCxn id="655" idx="0"/>
          </p:cNvCxnSpPr>
          <p:nvPr/>
        </p:nvCxnSpPr>
        <p:spPr>
          <a:xfrm flipH="1">
            <a:off x="6380280" y="2286000"/>
            <a:ext cx="592200" cy="1532577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57" name="Connecteur en arc 656"/>
          <p:cNvCxnSpPr>
            <a:stCxn id="655" idx="1"/>
            <a:endCxn id="618" idx="2"/>
          </p:cNvCxnSpPr>
          <p:nvPr/>
        </p:nvCxnSpPr>
        <p:spPr>
          <a:xfrm rot="10800000">
            <a:off x="3905640" y="3428281"/>
            <a:ext cx="1789200" cy="509817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8" name="Losange 657"/>
          <p:cNvSpPr/>
          <p:nvPr/>
        </p:nvSpPr>
        <p:spPr>
          <a:xfrm>
            <a:off x="8229600" y="4561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9" name="Connecteur droit avec flèche 658"/>
          <p:cNvCxnSpPr>
            <a:stCxn id="658" idx="3"/>
            <a:endCxn id="644" idx="3"/>
          </p:cNvCxnSpPr>
          <p:nvPr/>
        </p:nvCxnSpPr>
        <p:spPr>
          <a:xfrm flipH="1">
            <a:off x="8000280" y="468072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60" name="Rectangle 659"/>
          <p:cNvSpPr/>
          <p:nvPr/>
        </p:nvSpPr>
        <p:spPr>
          <a:xfrm>
            <a:off x="8458560" y="3886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1" name="Connecteur droit avec flèche 660"/>
          <p:cNvCxnSpPr>
            <a:stCxn id="660" idx="2"/>
            <a:endCxn id="658" idx="0"/>
          </p:cNvCxnSpPr>
          <p:nvPr/>
        </p:nvCxnSpPr>
        <p:spPr>
          <a:xfrm>
            <a:off x="8915400" y="4114080"/>
            <a:ext cx="114480" cy="447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2" name="Losange 661"/>
          <p:cNvSpPr/>
          <p:nvPr/>
        </p:nvSpPr>
        <p:spPr>
          <a:xfrm>
            <a:off x="8458560" y="34290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3" name="Connecteur droit avec flèche 662"/>
          <p:cNvCxnSpPr>
            <a:stCxn id="660" idx="0"/>
            <a:endCxn id="662" idx="2"/>
          </p:cNvCxnSpPr>
          <p:nvPr/>
        </p:nvCxnSpPr>
        <p:spPr>
          <a:xfrm flipV="1">
            <a:off x="8915400" y="3668040"/>
            <a:ext cx="343440" cy="218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4" name="Connecteur en arc 663"/>
          <p:cNvCxnSpPr>
            <a:stCxn id="662" idx="0"/>
            <a:endCxn id="608" idx="2"/>
          </p:cNvCxnSpPr>
          <p:nvPr/>
        </p:nvCxnSpPr>
        <p:spPr>
          <a:xfrm rot="16200000" flipV="1">
            <a:off x="5486400" y="-343440"/>
            <a:ext cx="2972880" cy="4572360"/>
          </a:xfrm>
          <a:prstGeom prst="curvedConnector3">
            <a:avLst>
              <a:gd name="adj1" fmla="val 24984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5" name="Rectangle 664"/>
          <p:cNvSpPr/>
          <p:nvPr/>
        </p:nvSpPr>
        <p:spPr>
          <a:xfrm>
            <a:off x="6858000" y="4115160"/>
            <a:ext cx="9140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6" name="Connecteur en angle 665"/>
          <p:cNvCxnSpPr>
            <a:stCxn id="639" idx="3"/>
            <a:endCxn id="665" idx="1"/>
          </p:cNvCxnSpPr>
          <p:nvPr/>
        </p:nvCxnSpPr>
        <p:spPr>
          <a:xfrm flipV="1">
            <a:off x="6171480" y="4229280"/>
            <a:ext cx="686880" cy="5400"/>
          </a:xfrm>
          <a:prstGeom prst="bentConnector3">
            <a:avLst>
              <a:gd name="adj1" fmla="val 50078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667" name="Losange 666"/>
          <p:cNvSpPr/>
          <p:nvPr/>
        </p:nvSpPr>
        <p:spPr>
          <a:xfrm>
            <a:off x="6400852" y="2743200"/>
            <a:ext cx="1599840" cy="227880"/>
          </a:xfrm>
          <a:prstGeom prst="diamond">
            <a:avLst/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 smtClean="0">
                <a:solidFill>
                  <a:srgbClr val="000000"/>
                </a:solidFill>
                <a:latin typeface="Arial"/>
              </a:rPr>
              <a:t>Applied to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8" name="Connecteur droit avec flèche 667"/>
          <p:cNvCxnSpPr/>
          <p:nvPr/>
        </p:nvCxnSpPr>
        <p:spPr>
          <a:xfrm flipV="1">
            <a:off x="4564060" y="2988990"/>
            <a:ext cx="2520830" cy="118467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9" name="Connecteur en arc 668"/>
          <p:cNvCxnSpPr>
            <a:stCxn id="613" idx="3"/>
            <a:endCxn id="113" idx="1"/>
          </p:cNvCxnSpPr>
          <p:nvPr/>
        </p:nvCxnSpPr>
        <p:spPr>
          <a:xfrm>
            <a:off x="4229280" y="1776600"/>
            <a:ext cx="743670" cy="185977"/>
          </a:xfrm>
          <a:prstGeom prst="curvedConnector3">
            <a:avLst>
              <a:gd name="adj1" fmla="val 50000"/>
            </a:avLst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70" name="Losange 669"/>
          <p:cNvSpPr/>
          <p:nvPr/>
        </p:nvSpPr>
        <p:spPr>
          <a:xfrm>
            <a:off x="7201080" y="3657600"/>
            <a:ext cx="9136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1" name="Connecteur en arc 670"/>
          <p:cNvCxnSpPr>
            <a:stCxn id="608" idx="3"/>
            <a:endCxn id="670" idx="1"/>
          </p:cNvCxnSpPr>
          <p:nvPr/>
        </p:nvCxnSpPr>
        <p:spPr>
          <a:xfrm>
            <a:off x="5028840" y="342720"/>
            <a:ext cx="2172600" cy="3543840"/>
          </a:xfrm>
          <a:prstGeom prst="curvedConnector3">
            <a:avLst>
              <a:gd name="adj1" fmla="val 50016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2" name="Connecteur en angle 671"/>
          <p:cNvCxnSpPr>
            <a:stCxn id="670" idx="3"/>
            <a:endCxn id="665" idx="3"/>
          </p:cNvCxnSpPr>
          <p:nvPr/>
        </p:nvCxnSpPr>
        <p:spPr>
          <a:xfrm flipH="1">
            <a:off x="7772040" y="3886200"/>
            <a:ext cx="343080" cy="343440"/>
          </a:xfrm>
          <a:prstGeom prst="bentConnector3">
            <a:avLst>
              <a:gd name="adj1" fmla="val -52836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3" name="Losange 672"/>
          <p:cNvSpPr/>
          <p:nvPr/>
        </p:nvSpPr>
        <p:spPr>
          <a:xfrm>
            <a:off x="6629400" y="3361230"/>
            <a:ext cx="137124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4" name="Connecteur en arc 673"/>
          <p:cNvCxnSpPr>
            <a:stCxn id="608" idx="2"/>
            <a:endCxn id="673" idx="1"/>
          </p:cNvCxnSpPr>
          <p:nvPr/>
        </p:nvCxnSpPr>
        <p:spPr>
          <a:xfrm rot="16200000" flipH="1">
            <a:off x="4148415" y="994365"/>
            <a:ext cx="3018870" cy="194310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5" name="Connecteur en angle 674"/>
          <p:cNvCxnSpPr>
            <a:stCxn id="673" idx="3"/>
          </p:cNvCxnSpPr>
          <p:nvPr/>
        </p:nvCxnSpPr>
        <p:spPr>
          <a:xfrm flipH="1">
            <a:off x="7772400" y="3475350"/>
            <a:ext cx="228600" cy="915480"/>
          </a:xfrm>
          <a:prstGeom prst="bentConnector3">
            <a:avLst>
              <a:gd name="adj1" fmla="val -79337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80" name="Rectangle 679"/>
          <p:cNvSpPr/>
          <p:nvPr/>
        </p:nvSpPr>
        <p:spPr>
          <a:xfrm>
            <a:off x="686160" y="435492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1" name="Connecteur droit avec flèche 680"/>
          <p:cNvCxnSpPr>
            <a:stCxn id="680" idx="0"/>
            <a:endCxn id="615" idx="2"/>
          </p:cNvCxnSpPr>
          <p:nvPr/>
        </p:nvCxnSpPr>
        <p:spPr>
          <a:xfrm flipV="1">
            <a:off x="1143360" y="2971080"/>
            <a:ext cx="914040" cy="13842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2" name="Connecteur droit avec flèche 681"/>
          <p:cNvCxnSpPr>
            <a:stCxn id="680" idx="0"/>
          </p:cNvCxnSpPr>
          <p:nvPr/>
        </p:nvCxnSpPr>
        <p:spPr>
          <a:xfrm flipV="1">
            <a:off x="1143360" y="3885480"/>
            <a:ext cx="1599840" cy="469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3" name="Connecteur droit avec flèche 682"/>
          <p:cNvCxnSpPr>
            <a:stCxn id="680" idx="3"/>
            <a:endCxn id="630" idx="1"/>
          </p:cNvCxnSpPr>
          <p:nvPr/>
        </p:nvCxnSpPr>
        <p:spPr>
          <a:xfrm flipV="1">
            <a:off x="1600200" y="4452480"/>
            <a:ext cx="6861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93" name="Rectangle 92"/>
          <p:cNvSpPr/>
          <p:nvPr/>
        </p:nvSpPr>
        <p:spPr>
          <a:xfrm>
            <a:off x="8401500" y="1723541"/>
            <a:ext cx="1142280" cy="376102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Maintenance operations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Connecteur droit avec flèche 6"/>
          <p:cNvCxnSpPr>
            <a:stCxn id="93" idx="2"/>
            <a:endCxn id="667" idx="3"/>
          </p:cNvCxnSpPr>
          <p:nvPr/>
        </p:nvCxnSpPr>
        <p:spPr>
          <a:xfrm flipH="1">
            <a:off x="8000640" y="2099643"/>
            <a:ext cx="972000" cy="7578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Losange 112"/>
          <p:cNvSpPr/>
          <p:nvPr/>
        </p:nvSpPr>
        <p:spPr>
          <a:xfrm>
            <a:off x="4972950" y="184305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monitors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Connecteur droit 30"/>
          <p:cNvCxnSpPr/>
          <p:nvPr/>
        </p:nvCxnSpPr>
        <p:spPr>
          <a:xfrm flipV="1">
            <a:off x="5943240" y="2405520"/>
            <a:ext cx="1828800" cy="5184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V="1">
            <a:off x="7772040" y="1279440"/>
            <a:ext cx="629460" cy="116703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8401500" y="1256940"/>
            <a:ext cx="1427580" cy="194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9829080" y="1256940"/>
            <a:ext cx="0" cy="18503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7086420" y="3107263"/>
            <a:ext cx="2742660" cy="931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H="1">
            <a:off x="4514182" y="3176546"/>
            <a:ext cx="2627422" cy="13138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H="1">
            <a:off x="3457440" y="4490423"/>
            <a:ext cx="1056742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H="1" flipV="1">
            <a:off x="3428280" y="3933090"/>
            <a:ext cx="29160" cy="5573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457440" y="3436533"/>
            <a:ext cx="2279700" cy="5627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V="1">
            <a:off x="5745832" y="2473295"/>
            <a:ext cx="217980" cy="949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endCxn id="113" idx="2"/>
          </p:cNvCxnSpPr>
          <p:nvPr/>
        </p:nvCxnSpPr>
        <p:spPr>
          <a:xfrm flipH="1" flipV="1">
            <a:off x="5658390" y="2082097"/>
            <a:ext cx="305422" cy="3752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14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angle 607"/>
          <p:cNvSpPr/>
          <p:nvPr/>
        </p:nvSpPr>
        <p:spPr>
          <a:xfrm>
            <a:off x="4343760" y="2286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riangle isocèle 608"/>
          <p:cNvSpPr/>
          <p:nvPr/>
        </p:nvSpPr>
        <p:spPr>
          <a:xfrm>
            <a:off x="29718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0" name="Connecteur droit avec flèche 609"/>
          <p:cNvCxnSpPr>
            <a:stCxn id="608" idx="1"/>
            <a:endCxn id="609" idx="0"/>
          </p:cNvCxnSpPr>
          <p:nvPr/>
        </p:nvCxnSpPr>
        <p:spPr>
          <a:xfrm flipH="1">
            <a:off x="3314520" y="342720"/>
            <a:ext cx="10296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1" name="Rectangle 610"/>
          <p:cNvSpPr/>
          <p:nvPr/>
        </p:nvSpPr>
        <p:spPr>
          <a:xfrm>
            <a:off x="25344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eur droit avec flèche 611"/>
          <p:cNvCxnSpPr>
            <a:stCxn id="611" idx="0"/>
            <a:endCxn id="609" idx="2"/>
          </p:cNvCxnSpPr>
          <p:nvPr/>
        </p:nvCxnSpPr>
        <p:spPr>
          <a:xfrm flipV="1">
            <a:off x="2877120" y="1370880"/>
            <a:ext cx="95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3" name="Rectangle 612"/>
          <p:cNvSpPr/>
          <p:nvPr/>
        </p:nvSpPr>
        <p:spPr>
          <a:xfrm>
            <a:off x="3429000" y="1610640"/>
            <a:ext cx="800280" cy="3319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eur droit avec flèche 613"/>
          <p:cNvCxnSpPr>
            <a:stCxn id="613" idx="0"/>
            <a:endCxn id="609" idx="4"/>
          </p:cNvCxnSpPr>
          <p:nvPr/>
        </p:nvCxnSpPr>
        <p:spPr>
          <a:xfrm flipH="1" flipV="1">
            <a:off x="3656880" y="1370880"/>
            <a:ext cx="172260" cy="239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5" name="Losange 614"/>
          <p:cNvSpPr/>
          <p:nvPr/>
        </p:nvSpPr>
        <p:spPr>
          <a:xfrm>
            <a:off x="13716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riangle isocèle 615"/>
          <p:cNvSpPr/>
          <p:nvPr/>
        </p:nvSpPr>
        <p:spPr>
          <a:xfrm>
            <a:off x="36576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7" name="Connecteur droit avec flèche 616"/>
          <p:cNvCxnSpPr>
            <a:stCxn id="613" idx="2"/>
            <a:endCxn id="616" idx="0"/>
          </p:cNvCxnSpPr>
          <p:nvPr/>
        </p:nvCxnSpPr>
        <p:spPr>
          <a:xfrm>
            <a:off x="3829140" y="1942560"/>
            <a:ext cx="17100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8" name="Rectangle 617"/>
          <p:cNvSpPr/>
          <p:nvPr/>
        </p:nvSpPr>
        <p:spPr>
          <a:xfrm>
            <a:off x="34488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9" name="Connecteur droit avec flèche 618"/>
          <p:cNvCxnSpPr>
            <a:stCxn id="618" idx="0"/>
            <a:endCxn id="616" idx="2"/>
          </p:cNvCxnSpPr>
          <p:nvPr/>
        </p:nvCxnSpPr>
        <p:spPr>
          <a:xfrm flipH="1" flipV="1">
            <a:off x="36576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20" name="Rectangle 619"/>
          <p:cNvSpPr/>
          <p:nvPr/>
        </p:nvSpPr>
        <p:spPr>
          <a:xfrm>
            <a:off x="4487310" y="3107263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1" name="Connecteur droit avec flèche 620"/>
          <p:cNvCxnSpPr>
            <a:stCxn id="620" idx="0"/>
            <a:endCxn id="616" idx="4"/>
          </p:cNvCxnSpPr>
          <p:nvPr/>
        </p:nvCxnSpPr>
        <p:spPr>
          <a:xfrm flipH="1" flipV="1">
            <a:off x="4342680" y="2742480"/>
            <a:ext cx="715770" cy="364783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2" name="Connecteur droit avec flèche 621"/>
          <p:cNvCxnSpPr>
            <a:stCxn id="615" idx="0"/>
            <a:endCxn id="611" idx="2"/>
          </p:cNvCxnSpPr>
          <p:nvPr/>
        </p:nvCxnSpPr>
        <p:spPr>
          <a:xfrm flipV="1">
            <a:off x="2057040" y="2056680"/>
            <a:ext cx="8204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23" name="Connecteur droit avec flèche 622"/>
          <p:cNvCxnSpPr>
            <a:stCxn id="615" idx="2"/>
            <a:endCxn id="618" idx="1"/>
          </p:cNvCxnSpPr>
          <p:nvPr/>
        </p:nvCxnSpPr>
        <p:spPr>
          <a:xfrm>
            <a:off x="2057040" y="2971080"/>
            <a:ext cx="13921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24" name="Losange 623"/>
          <p:cNvSpPr/>
          <p:nvPr/>
        </p:nvSpPr>
        <p:spPr>
          <a:xfrm>
            <a:off x="4552560" y="2457360"/>
            <a:ext cx="1142280" cy="28512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5" name="Connecteur droit avec flèche 624"/>
          <p:cNvCxnSpPr>
            <a:stCxn id="613" idx="3"/>
            <a:endCxn id="624" idx="1"/>
          </p:cNvCxnSpPr>
          <p:nvPr/>
        </p:nvCxnSpPr>
        <p:spPr>
          <a:xfrm>
            <a:off x="4229280" y="1776600"/>
            <a:ext cx="323280" cy="8233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6" name="Connecteur en arc 625"/>
          <p:cNvCxnSpPr>
            <a:stCxn id="624" idx="2"/>
            <a:endCxn id="624" idx="3"/>
          </p:cNvCxnSpPr>
          <p:nvPr/>
        </p:nvCxnSpPr>
        <p:spPr>
          <a:xfrm rot="5400000" flipH="1" flipV="1">
            <a:off x="5338080" y="2385720"/>
            <a:ext cx="142920" cy="571320"/>
          </a:xfrm>
          <a:prstGeom prst="curvedConnector4">
            <a:avLst>
              <a:gd name="adj1" fmla="val -153787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628" name="Losange 627"/>
          <p:cNvSpPr/>
          <p:nvPr/>
        </p:nvSpPr>
        <p:spPr>
          <a:xfrm>
            <a:off x="20574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Connecteur en arc 628"/>
          <p:cNvCxnSpPr>
            <a:stCxn id="608" idx="2"/>
            <a:endCxn id="628" idx="0"/>
          </p:cNvCxnSpPr>
          <p:nvPr/>
        </p:nvCxnSpPr>
        <p:spPr>
          <a:xfrm rot="5400000">
            <a:off x="2228040" y="970920"/>
            <a:ext cx="2972880" cy="1944000"/>
          </a:xfrm>
          <a:prstGeom prst="curvedConnector3">
            <a:avLst>
              <a:gd name="adj1" fmla="val 26946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0" name="Losange 629"/>
          <p:cNvSpPr/>
          <p:nvPr/>
        </p:nvSpPr>
        <p:spPr>
          <a:xfrm>
            <a:off x="2286000" y="43329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630"/>
          <p:cNvSpPr/>
          <p:nvPr/>
        </p:nvSpPr>
        <p:spPr>
          <a:xfrm>
            <a:off x="36576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2" name="Connecteur droit avec flèche 631"/>
          <p:cNvCxnSpPr>
            <a:stCxn id="630" idx="3"/>
            <a:endCxn id="631" idx="1"/>
          </p:cNvCxnSpPr>
          <p:nvPr/>
        </p:nvCxnSpPr>
        <p:spPr>
          <a:xfrm flipV="1">
            <a:off x="3199680" y="4228920"/>
            <a:ext cx="458280" cy="2239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33" name="Triangle isocèle 632"/>
          <p:cNvSpPr/>
          <p:nvPr/>
        </p:nvSpPr>
        <p:spPr>
          <a:xfrm>
            <a:off x="38862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4" name="Connecteur droit avec flèche 633"/>
          <p:cNvCxnSpPr>
            <a:stCxn id="631" idx="2"/>
            <a:endCxn id="633" idx="0"/>
          </p:cNvCxnSpPr>
          <p:nvPr/>
        </p:nvCxnSpPr>
        <p:spPr>
          <a:xfrm>
            <a:off x="41144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5" name="Rectangle 634"/>
          <p:cNvSpPr/>
          <p:nvPr/>
        </p:nvSpPr>
        <p:spPr>
          <a:xfrm>
            <a:off x="3200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6" name="Connecteur droit avec flèche 635"/>
          <p:cNvCxnSpPr>
            <a:stCxn id="635" idx="0"/>
            <a:endCxn id="633" idx="3"/>
          </p:cNvCxnSpPr>
          <p:nvPr/>
        </p:nvCxnSpPr>
        <p:spPr>
          <a:xfrm flipV="1">
            <a:off x="36572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7" name="Rectangle 636"/>
          <p:cNvSpPr/>
          <p:nvPr/>
        </p:nvSpPr>
        <p:spPr>
          <a:xfrm>
            <a:off x="4343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Connecteur droit avec flèche 637"/>
          <p:cNvCxnSpPr>
            <a:stCxn id="637" idx="0"/>
          </p:cNvCxnSpPr>
          <p:nvPr/>
        </p:nvCxnSpPr>
        <p:spPr>
          <a:xfrm flipH="1" flipV="1">
            <a:off x="42292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9" name="Losange 638"/>
          <p:cNvSpPr/>
          <p:nvPr/>
        </p:nvSpPr>
        <p:spPr>
          <a:xfrm>
            <a:off x="5257800" y="411480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0" name="Connecteur droit avec flèche 639"/>
          <p:cNvCxnSpPr>
            <a:stCxn id="631" idx="3"/>
            <a:endCxn id="639" idx="1"/>
          </p:cNvCxnSpPr>
          <p:nvPr/>
        </p:nvCxnSpPr>
        <p:spPr>
          <a:xfrm>
            <a:off x="4571280" y="4228920"/>
            <a:ext cx="686880" cy="57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41" name="Connecteur en arc 640"/>
          <p:cNvCxnSpPr>
            <a:stCxn id="608" idx="2"/>
            <a:endCxn id="639" idx="0"/>
          </p:cNvCxnSpPr>
          <p:nvPr/>
        </p:nvCxnSpPr>
        <p:spPr>
          <a:xfrm rot="16200000" flipH="1">
            <a:off x="3371400" y="1771560"/>
            <a:ext cx="3658680" cy="1028520"/>
          </a:xfrm>
          <a:prstGeom prst="curvedConnector3">
            <a:avLst>
              <a:gd name="adj1" fmla="val 9197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2" name="Losange 641"/>
          <p:cNvSpPr/>
          <p:nvPr/>
        </p:nvSpPr>
        <p:spPr>
          <a:xfrm>
            <a:off x="50292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3" name="Connecteur droit avec flèche 642"/>
          <p:cNvCxnSpPr>
            <a:stCxn id="631" idx="3"/>
            <a:endCxn id="642" idx="1"/>
          </p:cNvCxnSpPr>
          <p:nvPr/>
        </p:nvCxnSpPr>
        <p:spPr>
          <a:xfrm>
            <a:off x="4571280" y="4228920"/>
            <a:ext cx="45828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4" name="Rectangle 643"/>
          <p:cNvSpPr/>
          <p:nvPr/>
        </p:nvSpPr>
        <p:spPr>
          <a:xfrm>
            <a:off x="70866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5" name="Connecteur droit avec flèche 644"/>
          <p:cNvCxnSpPr>
            <a:stCxn id="642" idx="3"/>
            <a:endCxn id="644" idx="1"/>
          </p:cNvCxnSpPr>
          <p:nvPr/>
        </p:nvCxnSpPr>
        <p:spPr>
          <a:xfrm>
            <a:off x="66286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6" name="Rectangle 645"/>
          <p:cNvSpPr/>
          <p:nvPr/>
        </p:nvSpPr>
        <p:spPr>
          <a:xfrm>
            <a:off x="73152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Losange 646"/>
          <p:cNvSpPr/>
          <p:nvPr/>
        </p:nvSpPr>
        <p:spPr>
          <a:xfrm>
            <a:off x="52578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Connecteur droit avec flèche 647"/>
          <p:cNvCxnSpPr>
            <a:stCxn id="646" idx="1"/>
            <a:endCxn id="647" idx="3"/>
          </p:cNvCxnSpPr>
          <p:nvPr/>
        </p:nvCxnSpPr>
        <p:spPr>
          <a:xfrm flipH="1" flipV="1">
            <a:off x="66286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49" name="Connecteur droit avec flèche 648"/>
          <p:cNvCxnSpPr>
            <a:stCxn id="647" idx="1"/>
            <a:endCxn id="608" idx="3"/>
          </p:cNvCxnSpPr>
          <p:nvPr/>
        </p:nvCxnSpPr>
        <p:spPr>
          <a:xfrm flipH="1" flipV="1">
            <a:off x="5028840" y="342720"/>
            <a:ext cx="229320" cy="680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0" name="Losange 649"/>
          <p:cNvSpPr/>
          <p:nvPr/>
        </p:nvSpPr>
        <p:spPr>
          <a:xfrm>
            <a:off x="54864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1" name="Connecteur droit avec flèche 650"/>
          <p:cNvCxnSpPr>
            <a:stCxn id="646" idx="1"/>
            <a:endCxn id="650" idx="3"/>
          </p:cNvCxnSpPr>
          <p:nvPr/>
        </p:nvCxnSpPr>
        <p:spPr>
          <a:xfrm flipH="1">
            <a:off x="68572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52" name="Connecteur droit avec flèche 651"/>
          <p:cNvCxnSpPr>
            <a:stCxn id="650" idx="1"/>
            <a:endCxn id="608" idx="2"/>
          </p:cNvCxnSpPr>
          <p:nvPr/>
        </p:nvCxnSpPr>
        <p:spPr>
          <a:xfrm flipH="1" flipV="1">
            <a:off x="4686480" y="45648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3" name="Rectangle 652"/>
          <p:cNvSpPr/>
          <p:nvPr/>
        </p:nvSpPr>
        <p:spPr>
          <a:xfrm>
            <a:off x="6629760" y="2058120"/>
            <a:ext cx="6854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Connecteur droit avec flèche 653"/>
          <p:cNvCxnSpPr>
            <a:stCxn id="653" idx="0"/>
            <a:endCxn id="650" idx="2"/>
          </p:cNvCxnSpPr>
          <p:nvPr/>
        </p:nvCxnSpPr>
        <p:spPr>
          <a:xfrm flipH="1" flipV="1">
            <a:off x="6171840" y="1708200"/>
            <a:ext cx="801000" cy="3502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55" name="Losange 654"/>
          <p:cNvSpPr/>
          <p:nvPr/>
        </p:nvSpPr>
        <p:spPr>
          <a:xfrm>
            <a:off x="5694840" y="381857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6" name="Connecteur droit avec flèche 655"/>
          <p:cNvCxnSpPr>
            <a:stCxn id="653" idx="2"/>
            <a:endCxn id="655" idx="0"/>
          </p:cNvCxnSpPr>
          <p:nvPr/>
        </p:nvCxnSpPr>
        <p:spPr>
          <a:xfrm flipH="1">
            <a:off x="6380280" y="2286000"/>
            <a:ext cx="592200" cy="1532577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57" name="Connecteur en arc 656"/>
          <p:cNvCxnSpPr>
            <a:stCxn id="655" idx="1"/>
            <a:endCxn id="618" idx="2"/>
          </p:cNvCxnSpPr>
          <p:nvPr/>
        </p:nvCxnSpPr>
        <p:spPr>
          <a:xfrm rot="10800000">
            <a:off x="3905640" y="3428281"/>
            <a:ext cx="1789200" cy="509817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8" name="Losange 657"/>
          <p:cNvSpPr/>
          <p:nvPr/>
        </p:nvSpPr>
        <p:spPr>
          <a:xfrm>
            <a:off x="8229600" y="4561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9" name="Connecteur droit avec flèche 658"/>
          <p:cNvCxnSpPr>
            <a:stCxn id="658" idx="3"/>
            <a:endCxn id="644" idx="3"/>
          </p:cNvCxnSpPr>
          <p:nvPr/>
        </p:nvCxnSpPr>
        <p:spPr>
          <a:xfrm flipH="1">
            <a:off x="8000280" y="468072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60" name="Rectangle 659"/>
          <p:cNvSpPr/>
          <p:nvPr/>
        </p:nvSpPr>
        <p:spPr>
          <a:xfrm>
            <a:off x="8458560" y="3886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1" name="Connecteur droit avec flèche 660"/>
          <p:cNvCxnSpPr>
            <a:stCxn id="660" idx="2"/>
            <a:endCxn id="658" idx="0"/>
          </p:cNvCxnSpPr>
          <p:nvPr/>
        </p:nvCxnSpPr>
        <p:spPr>
          <a:xfrm>
            <a:off x="8915400" y="4114080"/>
            <a:ext cx="114480" cy="447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2" name="Losange 661"/>
          <p:cNvSpPr/>
          <p:nvPr/>
        </p:nvSpPr>
        <p:spPr>
          <a:xfrm>
            <a:off x="8458560" y="34290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3" name="Connecteur droit avec flèche 662"/>
          <p:cNvCxnSpPr>
            <a:stCxn id="660" idx="0"/>
            <a:endCxn id="662" idx="2"/>
          </p:cNvCxnSpPr>
          <p:nvPr/>
        </p:nvCxnSpPr>
        <p:spPr>
          <a:xfrm flipV="1">
            <a:off x="8915400" y="3668040"/>
            <a:ext cx="343440" cy="218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4" name="Connecteur en arc 663"/>
          <p:cNvCxnSpPr>
            <a:stCxn id="662" idx="0"/>
            <a:endCxn id="608" idx="2"/>
          </p:cNvCxnSpPr>
          <p:nvPr/>
        </p:nvCxnSpPr>
        <p:spPr>
          <a:xfrm rot="16200000" flipV="1">
            <a:off x="5486400" y="-343440"/>
            <a:ext cx="2972880" cy="4572360"/>
          </a:xfrm>
          <a:prstGeom prst="curvedConnector3">
            <a:avLst>
              <a:gd name="adj1" fmla="val 24984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5" name="Rectangle 664"/>
          <p:cNvSpPr/>
          <p:nvPr/>
        </p:nvSpPr>
        <p:spPr>
          <a:xfrm>
            <a:off x="6858000" y="4115160"/>
            <a:ext cx="9140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6" name="Connecteur en angle 665"/>
          <p:cNvCxnSpPr>
            <a:stCxn id="639" idx="3"/>
            <a:endCxn id="665" idx="1"/>
          </p:cNvCxnSpPr>
          <p:nvPr/>
        </p:nvCxnSpPr>
        <p:spPr>
          <a:xfrm flipV="1">
            <a:off x="6171480" y="4229280"/>
            <a:ext cx="686880" cy="5400"/>
          </a:xfrm>
          <a:prstGeom prst="bentConnector3">
            <a:avLst>
              <a:gd name="adj1" fmla="val 50078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667" name="Losange 666"/>
          <p:cNvSpPr/>
          <p:nvPr/>
        </p:nvSpPr>
        <p:spPr>
          <a:xfrm>
            <a:off x="6400800" y="2743560"/>
            <a:ext cx="1599840" cy="227880"/>
          </a:xfrm>
          <a:prstGeom prst="diamond">
            <a:avLst/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 smtClean="0">
                <a:solidFill>
                  <a:srgbClr val="000000"/>
                </a:solidFill>
                <a:latin typeface="Arial"/>
              </a:rPr>
              <a:t>Applied to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8" name="Connecteur droit avec flèche 667"/>
          <p:cNvCxnSpPr>
            <a:endCxn id="667" idx="2"/>
          </p:cNvCxnSpPr>
          <p:nvPr/>
        </p:nvCxnSpPr>
        <p:spPr>
          <a:xfrm flipV="1">
            <a:off x="4564060" y="2971440"/>
            <a:ext cx="2636660" cy="12022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9" name="Connecteur en arc 668"/>
          <p:cNvCxnSpPr>
            <a:stCxn id="613" idx="3"/>
            <a:endCxn id="113" idx="1"/>
          </p:cNvCxnSpPr>
          <p:nvPr/>
        </p:nvCxnSpPr>
        <p:spPr>
          <a:xfrm>
            <a:off x="4229280" y="1776600"/>
            <a:ext cx="743670" cy="185977"/>
          </a:xfrm>
          <a:prstGeom prst="curvedConnector3">
            <a:avLst>
              <a:gd name="adj1" fmla="val 50000"/>
            </a:avLst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70" name="Losange 669"/>
          <p:cNvSpPr/>
          <p:nvPr/>
        </p:nvSpPr>
        <p:spPr>
          <a:xfrm>
            <a:off x="7201080" y="3657600"/>
            <a:ext cx="9136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1" name="Connecteur en arc 670"/>
          <p:cNvCxnSpPr>
            <a:stCxn id="608" idx="3"/>
            <a:endCxn id="670" idx="1"/>
          </p:cNvCxnSpPr>
          <p:nvPr/>
        </p:nvCxnSpPr>
        <p:spPr>
          <a:xfrm>
            <a:off x="5028840" y="342720"/>
            <a:ext cx="2172600" cy="3543840"/>
          </a:xfrm>
          <a:prstGeom prst="curvedConnector3">
            <a:avLst>
              <a:gd name="adj1" fmla="val 50016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2" name="Connecteur en angle 671"/>
          <p:cNvCxnSpPr>
            <a:stCxn id="670" idx="3"/>
            <a:endCxn id="665" idx="3"/>
          </p:cNvCxnSpPr>
          <p:nvPr/>
        </p:nvCxnSpPr>
        <p:spPr>
          <a:xfrm flipH="1">
            <a:off x="7772040" y="3886200"/>
            <a:ext cx="343080" cy="343440"/>
          </a:xfrm>
          <a:prstGeom prst="bentConnector3">
            <a:avLst>
              <a:gd name="adj1" fmla="val -52836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3" name="Losange 672"/>
          <p:cNvSpPr/>
          <p:nvPr/>
        </p:nvSpPr>
        <p:spPr>
          <a:xfrm>
            <a:off x="6629400" y="3361230"/>
            <a:ext cx="137124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4" name="Connecteur en arc 673"/>
          <p:cNvCxnSpPr>
            <a:stCxn id="608" idx="2"/>
            <a:endCxn id="673" idx="1"/>
          </p:cNvCxnSpPr>
          <p:nvPr/>
        </p:nvCxnSpPr>
        <p:spPr>
          <a:xfrm rot="16200000" flipH="1">
            <a:off x="4148415" y="994365"/>
            <a:ext cx="3018870" cy="194310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5" name="Connecteur en angle 674"/>
          <p:cNvCxnSpPr>
            <a:stCxn id="673" idx="3"/>
          </p:cNvCxnSpPr>
          <p:nvPr/>
        </p:nvCxnSpPr>
        <p:spPr>
          <a:xfrm flipH="1">
            <a:off x="7772400" y="3475350"/>
            <a:ext cx="228600" cy="915480"/>
          </a:xfrm>
          <a:prstGeom prst="bentConnector3">
            <a:avLst>
              <a:gd name="adj1" fmla="val -79337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6" name="Rectangle 27"/>
          <p:cNvSpPr/>
          <p:nvPr/>
        </p:nvSpPr>
        <p:spPr>
          <a:xfrm>
            <a:off x="685800" y="4800600"/>
            <a:ext cx="1281960" cy="2286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14400" rIns="52200" bIns="144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Calibration_record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Diamond 5"/>
          <p:cNvSpPr/>
          <p:nvPr/>
        </p:nvSpPr>
        <p:spPr>
          <a:xfrm>
            <a:off x="1352160" y="5257800"/>
            <a:ext cx="1391040" cy="332640"/>
          </a:xfrm>
          <a:prstGeom prst="diamond">
            <a:avLst/>
          </a:prstGeom>
          <a:solidFill>
            <a:srgbClr val="FFFFFF"/>
          </a:solidFill>
          <a:ln w="29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14400" rIns="52200" bIns="144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Connecteur en angle 677"/>
          <p:cNvCxnSpPr>
            <a:stCxn id="676" idx="2"/>
            <a:endCxn id="677" idx="1"/>
          </p:cNvCxnSpPr>
          <p:nvPr/>
        </p:nvCxnSpPr>
        <p:spPr>
          <a:xfrm rot="16200000" flipH="1">
            <a:off x="1142280" y="5213880"/>
            <a:ext cx="395280" cy="25560"/>
          </a:xfrm>
          <a:prstGeom prst="bentConnector2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79" name="Connecteur droit avec flèche 678"/>
          <p:cNvCxnSpPr>
            <a:stCxn id="677" idx="3"/>
            <a:endCxn id="631" idx="1"/>
          </p:cNvCxnSpPr>
          <p:nvPr/>
        </p:nvCxnSpPr>
        <p:spPr>
          <a:xfrm flipV="1">
            <a:off x="2743200" y="4228560"/>
            <a:ext cx="914760" cy="1195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80" name="Rectangle 679"/>
          <p:cNvSpPr/>
          <p:nvPr/>
        </p:nvSpPr>
        <p:spPr>
          <a:xfrm>
            <a:off x="686160" y="435492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1" name="Connecteur droit avec flèche 680"/>
          <p:cNvCxnSpPr>
            <a:stCxn id="680" idx="0"/>
            <a:endCxn id="615" idx="2"/>
          </p:cNvCxnSpPr>
          <p:nvPr/>
        </p:nvCxnSpPr>
        <p:spPr>
          <a:xfrm flipV="1">
            <a:off x="1143360" y="2971080"/>
            <a:ext cx="914040" cy="13842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2" name="Connecteur droit avec flèche 681"/>
          <p:cNvCxnSpPr>
            <a:stCxn id="680" idx="0"/>
          </p:cNvCxnSpPr>
          <p:nvPr/>
        </p:nvCxnSpPr>
        <p:spPr>
          <a:xfrm flipV="1">
            <a:off x="1143360" y="3885480"/>
            <a:ext cx="1599840" cy="469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3" name="Connecteur droit avec flèche 682"/>
          <p:cNvCxnSpPr>
            <a:stCxn id="680" idx="3"/>
            <a:endCxn id="630" idx="1"/>
          </p:cNvCxnSpPr>
          <p:nvPr/>
        </p:nvCxnSpPr>
        <p:spPr>
          <a:xfrm flipV="1">
            <a:off x="1600200" y="4452480"/>
            <a:ext cx="6861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93" name="Rectangle 92"/>
          <p:cNvSpPr/>
          <p:nvPr/>
        </p:nvSpPr>
        <p:spPr>
          <a:xfrm>
            <a:off x="8401500" y="1723541"/>
            <a:ext cx="1142280" cy="376102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Maintenance operations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Connecteur droit avec flèche 6"/>
          <p:cNvCxnSpPr>
            <a:stCxn id="93" idx="2"/>
            <a:endCxn id="667" idx="3"/>
          </p:cNvCxnSpPr>
          <p:nvPr/>
        </p:nvCxnSpPr>
        <p:spPr>
          <a:xfrm flipH="1">
            <a:off x="8000640" y="2099643"/>
            <a:ext cx="972000" cy="7578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Losange 112"/>
          <p:cNvSpPr/>
          <p:nvPr/>
        </p:nvSpPr>
        <p:spPr>
          <a:xfrm>
            <a:off x="4972950" y="184305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monitors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Connecteur droit 30"/>
          <p:cNvCxnSpPr/>
          <p:nvPr/>
        </p:nvCxnSpPr>
        <p:spPr>
          <a:xfrm flipV="1">
            <a:off x="5943240" y="2405520"/>
            <a:ext cx="1828800" cy="5184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V="1">
            <a:off x="7772040" y="1279440"/>
            <a:ext cx="629460" cy="116703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8401500" y="1256940"/>
            <a:ext cx="1427580" cy="194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9829080" y="1256940"/>
            <a:ext cx="0" cy="18503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7086420" y="3107263"/>
            <a:ext cx="2742660" cy="931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H="1">
            <a:off x="4514182" y="3176546"/>
            <a:ext cx="2627422" cy="13138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H="1">
            <a:off x="3457440" y="4490423"/>
            <a:ext cx="1056742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H="1" flipV="1">
            <a:off x="3428280" y="3933090"/>
            <a:ext cx="29160" cy="5573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457440" y="3436533"/>
            <a:ext cx="2279700" cy="5627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V="1">
            <a:off x="5745832" y="2473295"/>
            <a:ext cx="217980" cy="949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endCxn id="113" idx="2"/>
          </p:cNvCxnSpPr>
          <p:nvPr/>
        </p:nvCxnSpPr>
        <p:spPr>
          <a:xfrm flipH="1" flipV="1">
            <a:off x="5658390" y="2082097"/>
            <a:ext cx="305422" cy="3752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05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angle 607"/>
          <p:cNvSpPr/>
          <p:nvPr/>
        </p:nvSpPr>
        <p:spPr>
          <a:xfrm>
            <a:off x="4343760" y="2286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riangle isocèle 608"/>
          <p:cNvSpPr/>
          <p:nvPr/>
        </p:nvSpPr>
        <p:spPr>
          <a:xfrm>
            <a:off x="29718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0" name="Connecteur droit avec flèche 609"/>
          <p:cNvCxnSpPr>
            <a:stCxn id="608" idx="1"/>
            <a:endCxn id="609" idx="0"/>
          </p:cNvCxnSpPr>
          <p:nvPr/>
        </p:nvCxnSpPr>
        <p:spPr>
          <a:xfrm flipH="1">
            <a:off x="3314520" y="342720"/>
            <a:ext cx="10296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1" name="Rectangle 610"/>
          <p:cNvSpPr/>
          <p:nvPr/>
        </p:nvSpPr>
        <p:spPr>
          <a:xfrm>
            <a:off x="25344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eur droit avec flèche 611"/>
          <p:cNvCxnSpPr>
            <a:stCxn id="611" idx="0"/>
            <a:endCxn id="609" idx="2"/>
          </p:cNvCxnSpPr>
          <p:nvPr/>
        </p:nvCxnSpPr>
        <p:spPr>
          <a:xfrm flipV="1">
            <a:off x="2877120" y="1370880"/>
            <a:ext cx="95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3" name="Rectangle 612"/>
          <p:cNvSpPr/>
          <p:nvPr/>
        </p:nvSpPr>
        <p:spPr>
          <a:xfrm>
            <a:off x="3429000" y="1610640"/>
            <a:ext cx="800280" cy="3319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eur droit avec flèche 613"/>
          <p:cNvCxnSpPr>
            <a:stCxn id="613" idx="0"/>
            <a:endCxn id="609" idx="4"/>
          </p:cNvCxnSpPr>
          <p:nvPr/>
        </p:nvCxnSpPr>
        <p:spPr>
          <a:xfrm flipH="1" flipV="1">
            <a:off x="3656880" y="1370880"/>
            <a:ext cx="172260" cy="239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5" name="Losange 614"/>
          <p:cNvSpPr/>
          <p:nvPr/>
        </p:nvSpPr>
        <p:spPr>
          <a:xfrm>
            <a:off x="13716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riangle isocèle 615"/>
          <p:cNvSpPr/>
          <p:nvPr/>
        </p:nvSpPr>
        <p:spPr>
          <a:xfrm>
            <a:off x="36576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7" name="Connecteur droit avec flèche 616"/>
          <p:cNvCxnSpPr>
            <a:stCxn id="613" idx="2"/>
            <a:endCxn id="616" idx="0"/>
          </p:cNvCxnSpPr>
          <p:nvPr/>
        </p:nvCxnSpPr>
        <p:spPr>
          <a:xfrm>
            <a:off x="3829140" y="1942560"/>
            <a:ext cx="17100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8" name="Rectangle 617"/>
          <p:cNvSpPr/>
          <p:nvPr/>
        </p:nvSpPr>
        <p:spPr>
          <a:xfrm>
            <a:off x="34488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9" name="Connecteur droit avec flèche 618"/>
          <p:cNvCxnSpPr>
            <a:stCxn id="618" idx="0"/>
            <a:endCxn id="616" idx="2"/>
          </p:cNvCxnSpPr>
          <p:nvPr/>
        </p:nvCxnSpPr>
        <p:spPr>
          <a:xfrm flipH="1" flipV="1">
            <a:off x="36576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20" name="Rectangle 619"/>
          <p:cNvSpPr/>
          <p:nvPr/>
        </p:nvSpPr>
        <p:spPr>
          <a:xfrm>
            <a:off x="4487310" y="3107263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1" name="Connecteur droit avec flèche 620"/>
          <p:cNvCxnSpPr>
            <a:stCxn id="620" idx="0"/>
            <a:endCxn id="616" idx="4"/>
          </p:cNvCxnSpPr>
          <p:nvPr/>
        </p:nvCxnSpPr>
        <p:spPr>
          <a:xfrm flipH="1" flipV="1">
            <a:off x="4342680" y="2742480"/>
            <a:ext cx="715770" cy="364783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2" name="Connecteur droit avec flèche 621"/>
          <p:cNvCxnSpPr>
            <a:stCxn id="615" idx="0"/>
            <a:endCxn id="611" idx="2"/>
          </p:cNvCxnSpPr>
          <p:nvPr/>
        </p:nvCxnSpPr>
        <p:spPr>
          <a:xfrm flipV="1">
            <a:off x="2057040" y="2056680"/>
            <a:ext cx="8204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23" name="Connecteur droit avec flèche 622"/>
          <p:cNvCxnSpPr>
            <a:stCxn id="615" idx="2"/>
            <a:endCxn id="618" idx="1"/>
          </p:cNvCxnSpPr>
          <p:nvPr/>
        </p:nvCxnSpPr>
        <p:spPr>
          <a:xfrm>
            <a:off x="2057040" y="2971080"/>
            <a:ext cx="13921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24" name="Losange 623"/>
          <p:cNvSpPr/>
          <p:nvPr/>
        </p:nvSpPr>
        <p:spPr>
          <a:xfrm>
            <a:off x="4552560" y="2457360"/>
            <a:ext cx="1142280" cy="28512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5" name="Connecteur droit avec flèche 624"/>
          <p:cNvCxnSpPr>
            <a:stCxn id="613" idx="3"/>
            <a:endCxn id="624" idx="1"/>
          </p:cNvCxnSpPr>
          <p:nvPr/>
        </p:nvCxnSpPr>
        <p:spPr>
          <a:xfrm>
            <a:off x="4229280" y="1776600"/>
            <a:ext cx="323280" cy="8233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6" name="Connecteur en arc 625"/>
          <p:cNvCxnSpPr>
            <a:stCxn id="624" idx="2"/>
            <a:endCxn id="624" idx="3"/>
          </p:cNvCxnSpPr>
          <p:nvPr/>
        </p:nvCxnSpPr>
        <p:spPr>
          <a:xfrm rot="5400000" flipH="1" flipV="1">
            <a:off x="5338080" y="2385720"/>
            <a:ext cx="142920" cy="571320"/>
          </a:xfrm>
          <a:prstGeom prst="curvedConnector4">
            <a:avLst>
              <a:gd name="adj1" fmla="val -153787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627" name="Rectangle 626"/>
          <p:cNvSpPr/>
          <p:nvPr/>
        </p:nvSpPr>
        <p:spPr>
          <a:xfrm>
            <a:off x="828469" y="319896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Losange 627"/>
          <p:cNvSpPr/>
          <p:nvPr/>
        </p:nvSpPr>
        <p:spPr>
          <a:xfrm>
            <a:off x="20574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Connecteur en arc 628"/>
          <p:cNvCxnSpPr>
            <a:stCxn id="608" idx="2"/>
            <a:endCxn id="628" idx="0"/>
          </p:cNvCxnSpPr>
          <p:nvPr/>
        </p:nvCxnSpPr>
        <p:spPr>
          <a:xfrm rot="5400000">
            <a:off x="2228040" y="970920"/>
            <a:ext cx="2972880" cy="1944000"/>
          </a:xfrm>
          <a:prstGeom prst="curvedConnector3">
            <a:avLst>
              <a:gd name="adj1" fmla="val 26946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0" name="Losange 629"/>
          <p:cNvSpPr/>
          <p:nvPr/>
        </p:nvSpPr>
        <p:spPr>
          <a:xfrm>
            <a:off x="2286000" y="43329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630"/>
          <p:cNvSpPr/>
          <p:nvPr/>
        </p:nvSpPr>
        <p:spPr>
          <a:xfrm>
            <a:off x="36576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2" name="Connecteur droit avec flèche 631"/>
          <p:cNvCxnSpPr>
            <a:stCxn id="630" idx="3"/>
            <a:endCxn id="631" idx="1"/>
          </p:cNvCxnSpPr>
          <p:nvPr/>
        </p:nvCxnSpPr>
        <p:spPr>
          <a:xfrm flipV="1">
            <a:off x="3199680" y="4228920"/>
            <a:ext cx="458280" cy="2239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33" name="Triangle isocèle 632"/>
          <p:cNvSpPr/>
          <p:nvPr/>
        </p:nvSpPr>
        <p:spPr>
          <a:xfrm>
            <a:off x="38862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4" name="Connecteur droit avec flèche 633"/>
          <p:cNvCxnSpPr>
            <a:stCxn id="631" idx="2"/>
            <a:endCxn id="633" idx="0"/>
          </p:cNvCxnSpPr>
          <p:nvPr/>
        </p:nvCxnSpPr>
        <p:spPr>
          <a:xfrm>
            <a:off x="41144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5" name="Rectangle 634"/>
          <p:cNvSpPr/>
          <p:nvPr/>
        </p:nvSpPr>
        <p:spPr>
          <a:xfrm>
            <a:off x="3200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6" name="Connecteur droit avec flèche 635"/>
          <p:cNvCxnSpPr>
            <a:stCxn id="635" idx="0"/>
            <a:endCxn id="633" idx="3"/>
          </p:cNvCxnSpPr>
          <p:nvPr/>
        </p:nvCxnSpPr>
        <p:spPr>
          <a:xfrm flipV="1">
            <a:off x="36572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7" name="Rectangle 636"/>
          <p:cNvSpPr/>
          <p:nvPr/>
        </p:nvSpPr>
        <p:spPr>
          <a:xfrm>
            <a:off x="4343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Connecteur droit avec flèche 637"/>
          <p:cNvCxnSpPr>
            <a:stCxn id="637" idx="0"/>
          </p:cNvCxnSpPr>
          <p:nvPr/>
        </p:nvCxnSpPr>
        <p:spPr>
          <a:xfrm flipH="1" flipV="1">
            <a:off x="42292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9" name="Losange 638"/>
          <p:cNvSpPr/>
          <p:nvPr/>
        </p:nvSpPr>
        <p:spPr>
          <a:xfrm>
            <a:off x="5257800" y="411480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0" name="Connecteur droit avec flèche 639"/>
          <p:cNvCxnSpPr>
            <a:stCxn id="631" idx="3"/>
            <a:endCxn id="639" idx="1"/>
          </p:cNvCxnSpPr>
          <p:nvPr/>
        </p:nvCxnSpPr>
        <p:spPr>
          <a:xfrm>
            <a:off x="4571280" y="4228920"/>
            <a:ext cx="686880" cy="57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41" name="Connecteur en arc 640"/>
          <p:cNvCxnSpPr>
            <a:stCxn id="608" idx="2"/>
            <a:endCxn id="639" idx="0"/>
          </p:cNvCxnSpPr>
          <p:nvPr/>
        </p:nvCxnSpPr>
        <p:spPr>
          <a:xfrm rot="16200000" flipH="1">
            <a:off x="3371400" y="1771560"/>
            <a:ext cx="3658680" cy="1028520"/>
          </a:xfrm>
          <a:prstGeom prst="curvedConnector3">
            <a:avLst>
              <a:gd name="adj1" fmla="val 9197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2" name="Losange 641"/>
          <p:cNvSpPr/>
          <p:nvPr/>
        </p:nvSpPr>
        <p:spPr>
          <a:xfrm>
            <a:off x="50292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3" name="Connecteur droit avec flèche 642"/>
          <p:cNvCxnSpPr>
            <a:stCxn id="631" idx="3"/>
            <a:endCxn id="642" idx="1"/>
          </p:cNvCxnSpPr>
          <p:nvPr/>
        </p:nvCxnSpPr>
        <p:spPr>
          <a:xfrm>
            <a:off x="4571280" y="4228920"/>
            <a:ext cx="45828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4" name="Rectangle 643"/>
          <p:cNvSpPr/>
          <p:nvPr/>
        </p:nvSpPr>
        <p:spPr>
          <a:xfrm>
            <a:off x="70866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5" name="Connecteur droit avec flèche 644"/>
          <p:cNvCxnSpPr>
            <a:stCxn id="642" idx="3"/>
            <a:endCxn id="644" idx="1"/>
          </p:cNvCxnSpPr>
          <p:nvPr/>
        </p:nvCxnSpPr>
        <p:spPr>
          <a:xfrm>
            <a:off x="66286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6" name="Rectangle 645"/>
          <p:cNvSpPr/>
          <p:nvPr/>
        </p:nvSpPr>
        <p:spPr>
          <a:xfrm>
            <a:off x="73152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Losange 646"/>
          <p:cNvSpPr/>
          <p:nvPr/>
        </p:nvSpPr>
        <p:spPr>
          <a:xfrm>
            <a:off x="52578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Connecteur droit avec flèche 647"/>
          <p:cNvCxnSpPr>
            <a:stCxn id="646" idx="1"/>
            <a:endCxn id="647" idx="3"/>
          </p:cNvCxnSpPr>
          <p:nvPr/>
        </p:nvCxnSpPr>
        <p:spPr>
          <a:xfrm flipH="1" flipV="1">
            <a:off x="66286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49" name="Connecteur droit avec flèche 648"/>
          <p:cNvCxnSpPr>
            <a:stCxn id="647" idx="1"/>
            <a:endCxn id="608" idx="3"/>
          </p:cNvCxnSpPr>
          <p:nvPr/>
        </p:nvCxnSpPr>
        <p:spPr>
          <a:xfrm flipH="1" flipV="1">
            <a:off x="5028840" y="342720"/>
            <a:ext cx="229320" cy="680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0" name="Losange 649"/>
          <p:cNvSpPr/>
          <p:nvPr/>
        </p:nvSpPr>
        <p:spPr>
          <a:xfrm>
            <a:off x="54864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1" name="Connecteur droit avec flèche 650"/>
          <p:cNvCxnSpPr>
            <a:stCxn id="646" idx="1"/>
            <a:endCxn id="650" idx="3"/>
          </p:cNvCxnSpPr>
          <p:nvPr/>
        </p:nvCxnSpPr>
        <p:spPr>
          <a:xfrm flipH="1">
            <a:off x="68572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52" name="Connecteur droit avec flèche 651"/>
          <p:cNvCxnSpPr>
            <a:stCxn id="650" idx="1"/>
            <a:endCxn id="608" idx="2"/>
          </p:cNvCxnSpPr>
          <p:nvPr/>
        </p:nvCxnSpPr>
        <p:spPr>
          <a:xfrm flipH="1" flipV="1">
            <a:off x="4686480" y="45648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3" name="Rectangle 652"/>
          <p:cNvSpPr/>
          <p:nvPr/>
        </p:nvSpPr>
        <p:spPr>
          <a:xfrm>
            <a:off x="6629760" y="2058120"/>
            <a:ext cx="6854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Connecteur droit avec flèche 653"/>
          <p:cNvCxnSpPr>
            <a:stCxn id="653" idx="0"/>
            <a:endCxn id="650" idx="2"/>
          </p:cNvCxnSpPr>
          <p:nvPr/>
        </p:nvCxnSpPr>
        <p:spPr>
          <a:xfrm flipH="1" flipV="1">
            <a:off x="6171840" y="1708200"/>
            <a:ext cx="801000" cy="3502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55" name="Losange 654"/>
          <p:cNvSpPr/>
          <p:nvPr/>
        </p:nvSpPr>
        <p:spPr>
          <a:xfrm>
            <a:off x="5694840" y="381857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6" name="Connecteur droit avec flèche 655"/>
          <p:cNvCxnSpPr>
            <a:stCxn id="653" idx="2"/>
            <a:endCxn id="655" idx="0"/>
          </p:cNvCxnSpPr>
          <p:nvPr/>
        </p:nvCxnSpPr>
        <p:spPr>
          <a:xfrm flipH="1">
            <a:off x="6380280" y="2286000"/>
            <a:ext cx="592200" cy="1532577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57" name="Connecteur en arc 656"/>
          <p:cNvCxnSpPr>
            <a:stCxn id="655" idx="1"/>
            <a:endCxn id="618" idx="2"/>
          </p:cNvCxnSpPr>
          <p:nvPr/>
        </p:nvCxnSpPr>
        <p:spPr>
          <a:xfrm rot="10800000">
            <a:off x="3905640" y="3428281"/>
            <a:ext cx="1789200" cy="509817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8" name="Losange 657"/>
          <p:cNvSpPr/>
          <p:nvPr/>
        </p:nvSpPr>
        <p:spPr>
          <a:xfrm>
            <a:off x="8229600" y="4561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9" name="Connecteur droit avec flèche 658"/>
          <p:cNvCxnSpPr>
            <a:stCxn id="658" idx="3"/>
            <a:endCxn id="644" idx="3"/>
          </p:cNvCxnSpPr>
          <p:nvPr/>
        </p:nvCxnSpPr>
        <p:spPr>
          <a:xfrm flipH="1">
            <a:off x="8000280" y="468072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60" name="Rectangle 659"/>
          <p:cNvSpPr/>
          <p:nvPr/>
        </p:nvSpPr>
        <p:spPr>
          <a:xfrm>
            <a:off x="8458560" y="3886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1" name="Connecteur droit avec flèche 660"/>
          <p:cNvCxnSpPr>
            <a:stCxn id="660" idx="2"/>
            <a:endCxn id="658" idx="0"/>
          </p:cNvCxnSpPr>
          <p:nvPr/>
        </p:nvCxnSpPr>
        <p:spPr>
          <a:xfrm>
            <a:off x="8915400" y="4114080"/>
            <a:ext cx="114480" cy="447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2" name="Losange 661"/>
          <p:cNvSpPr/>
          <p:nvPr/>
        </p:nvSpPr>
        <p:spPr>
          <a:xfrm>
            <a:off x="8458560" y="34290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3" name="Connecteur droit avec flèche 662"/>
          <p:cNvCxnSpPr>
            <a:stCxn id="660" idx="0"/>
            <a:endCxn id="662" idx="2"/>
          </p:cNvCxnSpPr>
          <p:nvPr/>
        </p:nvCxnSpPr>
        <p:spPr>
          <a:xfrm flipV="1">
            <a:off x="8915400" y="3668040"/>
            <a:ext cx="343440" cy="218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4" name="Connecteur en arc 663"/>
          <p:cNvCxnSpPr>
            <a:stCxn id="662" idx="0"/>
            <a:endCxn id="608" idx="2"/>
          </p:cNvCxnSpPr>
          <p:nvPr/>
        </p:nvCxnSpPr>
        <p:spPr>
          <a:xfrm rot="16200000" flipV="1">
            <a:off x="5486400" y="-343440"/>
            <a:ext cx="2972880" cy="4572360"/>
          </a:xfrm>
          <a:prstGeom prst="curvedConnector3">
            <a:avLst>
              <a:gd name="adj1" fmla="val 24984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5" name="Rectangle 664"/>
          <p:cNvSpPr/>
          <p:nvPr/>
        </p:nvSpPr>
        <p:spPr>
          <a:xfrm>
            <a:off x="6858000" y="4115160"/>
            <a:ext cx="9140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6" name="Connecteur en angle 665"/>
          <p:cNvCxnSpPr>
            <a:stCxn id="639" idx="3"/>
            <a:endCxn id="665" idx="1"/>
          </p:cNvCxnSpPr>
          <p:nvPr/>
        </p:nvCxnSpPr>
        <p:spPr>
          <a:xfrm flipV="1">
            <a:off x="6171480" y="4229280"/>
            <a:ext cx="686880" cy="5400"/>
          </a:xfrm>
          <a:prstGeom prst="bentConnector3">
            <a:avLst>
              <a:gd name="adj1" fmla="val 50078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667" name="Losange 666"/>
          <p:cNvSpPr/>
          <p:nvPr/>
        </p:nvSpPr>
        <p:spPr>
          <a:xfrm>
            <a:off x="6400800" y="2743560"/>
            <a:ext cx="1599840" cy="227880"/>
          </a:xfrm>
          <a:prstGeom prst="diamond">
            <a:avLst/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 smtClean="0">
                <a:solidFill>
                  <a:srgbClr val="000000"/>
                </a:solidFill>
                <a:latin typeface="Arial"/>
              </a:rPr>
              <a:t>Applied to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8" name="Connecteur droit avec flèche 667"/>
          <p:cNvCxnSpPr>
            <a:endCxn id="667" idx="2"/>
          </p:cNvCxnSpPr>
          <p:nvPr/>
        </p:nvCxnSpPr>
        <p:spPr>
          <a:xfrm flipV="1">
            <a:off x="4564060" y="2971440"/>
            <a:ext cx="2636660" cy="12022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9" name="Connecteur en arc 668"/>
          <p:cNvCxnSpPr>
            <a:stCxn id="613" idx="3"/>
            <a:endCxn id="113" idx="1"/>
          </p:cNvCxnSpPr>
          <p:nvPr/>
        </p:nvCxnSpPr>
        <p:spPr>
          <a:xfrm>
            <a:off x="4229280" y="1776600"/>
            <a:ext cx="743670" cy="185977"/>
          </a:xfrm>
          <a:prstGeom prst="curvedConnector3">
            <a:avLst>
              <a:gd name="adj1" fmla="val 50000"/>
            </a:avLst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70" name="Losange 669"/>
          <p:cNvSpPr/>
          <p:nvPr/>
        </p:nvSpPr>
        <p:spPr>
          <a:xfrm>
            <a:off x="7201080" y="3657600"/>
            <a:ext cx="9136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1" name="Connecteur en arc 670"/>
          <p:cNvCxnSpPr>
            <a:stCxn id="608" idx="3"/>
            <a:endCxn id="670" idx="1"/>
          </p:cNvCxnSpPr>
          <p:nvPr/>
        </p:nvCxnSpPr>
        <p:spPr>
          <a:xfrm>
            <a:off x="5028840" y="342720"/>
            <a:ext cx="2172600" cy="3543840"/>
          </a:xfrm>
          <a:prstGeom prst="curvedConnector3">
            <a:avLst>
              <a:gd name="adj1" fmla="val 50016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2" name="Connecteur en angle 671"/>
          <p:cNvCxnSpPr>
            <a:stCxn id="670" idx="3"/>
            <a:endCxn id="665" idx="3"/>
          </p:cNvCxnSpPr>
          <p:nvPr/>
        </p:nvCxnSpPr>
        <p:spPr>
          <a:xfrm flipH="1">
            <a:off x="7772040" y="3886200"/>
            <a:ext cx="343080" cy="343440"/>
          </a:xfrm>
          <a:prstGeom prst="bentConnector3">
            <a:avLst>
              <a:gd name="adj1" fmla="val -52836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3" name="Losange 672"/>
          <p:cNvSpPr/>
          <p:nvPr/>
        </p:nvSpPr>
        <p:spPr>
          <a:xfrm>
            <a:off x="6629400" y="3361230"/>
            <a:ext cx="137124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4" name="Connecteur en arc 673"/>
          <p:cNvCxnSpPr>
            <a:stCxn id="608" idx="2"/>
            <a:endCxn id="673" idx="1"/>
          </p:cNvCxnSpPr>
          <p:nvPr/>
        </p:nvCxnSpPr>
        <p:spPr>
          <a:xfrm rot="16200000" flipH="1">
            <a:off x="4148415" y="994365"/>
            <a:ext cx="3018870" cy="194310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5" name="Connecteur en angle 674"/>
          <p:cNvCxnSpPr>
            <a:stCxn id="673" idx="3"/>
          </p:cNvCxnSpPr>
          <p:nvPr/>
        </p:nvCxnSpPr>
        <p:spPr>
          <a:xfrm flipH="1">
            <a:off x="7772400" y="3475350"/>
            <a:ext cx="228600" cy="915480"/>
          </a:xfrm>
          <a:prstGeom prst="bentConnector3">
            <a:avLst>
              <a:gd name="adj1" fmla="val -79337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6" name="Rectangle 27"/>
          <p:cNvSpPr/>
          <p:nvPr/>
        </p:nvSpPr>
        <p:spPr>
          <a:xfrm>
            <a:off x="685800" y="4800600"/>
            <a:ext cx="1281960" cy="2286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14400" rIns="52200" bIns="144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Calibration_record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Diamond 5"/>
          <p:cNvSpPr/>
          <p:nvPr/>
        </p:nvSpPr>
        <p:spPr>
          <a:xfrm>
            <a:off x="1352160" y="5257800"/>
            <a:ext cx="1391040" cy="332640"/>
          </a:xfrm>
          <a:prstGeom prst="diamond">
            <a:avLst/>
          </a:prstGeom>
          <a:solidFill>
            <a:srgbClr val="FFFFFF"/>
          </a:solidFill>
          <a:ln w="29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14400" rIns="52200" bIns="144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Connecteur en angle 677"/>
          <p:cNvCxnSpPr>
            <a:stCxn id="676" idx="2"/>
            <a:endCxn id="677" idx="1"/>
          </p:cNvCxnSpPr>
          <p:nvPr/>
        </p:nvCxnSpPr>
        <p:spPr>
          <a:xfrm rot="16200000" flipH="1">
            <a:off x="1142280" y="5213880"/>
            <a:ext cx="395280" cy="25560"/>
          </a:xfrm>
          <a:prstGeom prst="bentConnector2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79" name="Connecteur droit avec flèche 678"/>
          <p:cNvCxnSpPr>
            <a:stCxn id="677" idx="3"/>
            <a:endCxn id="631" idx="1"/>
          </p:cNvCxnSpPr>
          <p:nvPr/>
        </p:nvCxnSpPr>
        <p:spPr>
          <a:xfrm flipV="1">
            <a:off x="2743200" y="4228560"/>
            <a:ext cx="914760" cy="1195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80" name="Rectangle 679"/>
          <p:cNvSpPr/>
          <p:nvPr/>
        </p:nvSpPr>
        <p:spPr>
          <a:xfrm>
            <a:off x="686160" y="435492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1" name="Connecteur droit avec flèche 680"/>
          <p:cNvCxnSpPr>
            <a:stCxn id="680" idx="0"/>
            <a:endCxn id="615" idx="2"/>
          </p:cNvCxnSpPr>
          <p:nvPr/>
        </p:nvCxnSpPr>
        <p:spPr>
          <a:xfrm flipV="1">
            <a:off x="1143360" y="2971080"/>
            <a:ext cx="914040" cy="13842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2" name="Connecteur droit avec flèche 681"/>
          <p:cNvCxnSpPr>
            <a:stCxn id="680" idx="0"/>
          </p:cNvCxnSpPr>
          <p:nvPr/>
        </p:nvCxnSpPr>
        <p:spPr>
          <a:xfrm flipV="1">
            <a:off x="1143360" y="3885480"/>
            <a:ext cx="1599840" cy="469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3" name="Connecteur droit avec flèche 682"/>
          <p:cNvCxnSpPr>
            <a:stCxn id="680" idx="3"/>
            <a:endCxn id="630" idx="1"/>
          </p:cNvCxnSpPr>
          <p:nvPr/>
        </p:nvCxnSpPr>
        <p:spPr>
          <a:xfrm flipV="1">
            <a:off x="1600200" y="4452480"/>
            <a:ext cx="6861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84" name="Rectangle 683"/>
          <p:cNvSpPr/>
          <p:nvPr/>
        </p:nvSpPr>
        <p:spPr>
          <a:xfrm>
            <a:off x="40552" y="2752560"/>
            <a:ext cx="114300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Consummable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Losange 684"/>
          <p:cNvSpPr/>
          <p:nvPr/>
        </p:nvSpPr>
        <p:spPr>
          <a:xfrm>
            <a:off x="0" y="38757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6" name="Connecteur en arc 685"/>
          <p:cNvCxnSpPr>
            <a:stCxn id="685" idx="2"/>
            <a:endCxn id="680" idx="1"/>
          </p:cNvCxnSpPr>
          <p:nvPr/>
        </p:nvCxnSpPr>
        <p:spPr>
          <a:xfrm rot="16200000" flipH="1">
            <a:off x="397080" y="4174200"/>
            <a:ext cx="349200" cy="22968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87" name="Connecteur en arc 686"/>
          <p:cNvCxnSpPr>
            <a:stCxn id="627" idx="1"/>
            <a:endCxn id="685" idx="0"/>
          </p:cNvCxnSpPr>
          <p:nvPr/>
        </p:nvCxnSpPr>
        <p:spPr>
          <a:xfrm rot="10800000" flipV="1">
            <a:off x="456841" y="3307500"/>
            <a:ext cx="371629" cy="56826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88" name="Connecteur en arc 687"/>
          <p:cNvCxnSpPr>
            <a:stCxn id="684" idx="2"/>
            <a:endCxn id="685" idx="0"/>
          </p:cNvCxnSpPr>
          <p:nvPr/>
        </p:nvCxnSpPr>
        <p:spPr>
          <a:xfrm rot="5400000">
            <a:off x="81386" y="3345094"/>
            <a:ext cx="906120" cy="155212"/>
          </a:xfrm>
          <a:prstGeom prst="curvedConnector3">
            <a:avLst>
              <a:gd name="adj1" fmla="val 5000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89" name="Losange 688"/>
          <p:cNvSpPr/>
          <p:nvPr/>
        </p:nvSpPr>
        <p:spPr>
          <a:xfrm>
            <a:off x="2514600" y="2286000"/>
            <a:ext cx="11422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0" name="Connecteur en arc 689"/>
          <p:cNvCxnSpPr>
            <a:stCxn id="689" idx="2"/>
            <a:endCxn id="691" idx="3"/>
          </p:cNvCxnSpPr>
          <p:nvPr/>
        </p:nvCxnSpPr>
        <p:spPr>
          <a:xfrm rot="5400000">
            <a:off x="1716840" y="2408400"/>
            <a:ext cx="1252440" cy="148608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92" name="Connecteur en arc 691"/>
          <p:cNvCxnSpPr>
            <a:stCxn id="613" idx="2"/>
            <a:endCxn id="689" idx="0"/>
          </p:cNvCxnSpPr>
          <p:nvPr/>
        </p:nvCxnSpPr>
        <p:spPr>
          <a:xfrm rot="5400000">
            <a:off x="3285720" y="1742580"/>
            <a:ext cx="343440" cy="743400"/>
          </a:xfrm>
          <a:prstGeom prst="curvedConnector3">
            <a:avLst>
              <a:gd name="adj1" fmla="val 5000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91" name="Losange 690"/>
          <p:cNvSpPr/>
          <p:nvPr/>
        </p:nvSpPr>
        <p:spPr>
          <a:xfrm>
            <a:off x="457920" y="3657600"/>
            <a:ext cx="11422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Stocks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3" name="Connecteur en arc 692"/>
          <p:cNvCxnSpPr>
            <a:stCxn id="691" idx="2"/>
          </p:cNvCxnSpPr>
          <p:nvPr/>
        </p:nvCxnSpPr>
        <p:spPr>
          <a:xfrm rot="16200000" flipH="1">
            <a:off x="857160" y="4068360"/>
            <a:ext cx="458640" cy="114480"/>
          </a:xfrm>
          <a:prstGeom prst="curvedConnector3">
            <a:avLst>
              <a:gd name="adj1" fmla="val 10000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94" name="Connecteur en arc 693"/>
          <p:cNvCxnSpPr>
            <a:stCxn id="627" idx="2"/>
            <a:endCxn id="691" idx="0"/>
          </p:cNvCxnSpPr>
          <p:nvPr/>
        </p:nvCxnSpPr>
        <p:spPr>
          <a:xfrm rot="5400000">
            <a:off x="1036495" y="3408606"/>
            <a:ext cx="241560" cy="256429"/>
          </a:xfrm>
          <a:prstGeom prst="curvedConnector3">
            <a:avLst>
              <a:gd name="adj1" fmla="val 5000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3" name="Rectangle 92"/>
          <p:cNvSpPr/>
          <p:nvPr/>
        </p:nvSpPr>
        <p:spPr>
          <a:xfrm>
            <a:off x="8401500" y="1723541"/>
            <a:ext cx="1142280" cy="376102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Maintenance operations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Connecteur droit avec flèche 6"/>
          <p:cNvCxnSpPr>
            <a:stCxn id="93" idx="2"/>
            <a:endCxn id="667" idx="3"/>
          </p:cNvCxnSpPr>
          <p:nvPr/>
        </p:nvCxnSpPr>
        <p:spPr>
          <a:xfrm flipH="1">
            <a:off x="8000640" y="2099643"/>
            <a:ext cx="972000" cy="7578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Losange 112"/>
          <p:cNvSpPr/>
          <p:nvPr/>
        </p:nvSpPr>
        <p:spPr>
          <a:xfrm>
            <a:off x="4972950" y="184305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monitors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Connecteur droit 30"/>
          <p:cNvCxnSpPr/>
          <p:nvPr/>
        </p:nvCxnSpPr>
        <p:spPr>
          <a:xfrm flipV="1">
            <a:off x="5943240" y="2405520"/>
            <a:ext cx="1828800" cy="5184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V="1">
            <a:off x="7772040" y="1279440"/>
            <a:ext cx="629460" cy="116703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8401500" y="1256940"/>
            <a:ext cx="1427580" cy="194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9829080" y="1256940"/>
            <a:ext cx="0" cy="18503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7086420" y="3107263"/>
            <a:ext cx="2742660" cy="931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H="1">
            <a:off x="4514182" y="3176546"/>
            <a:ext cx="2627422" cy="13138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H="1">
            <a:off x="3457440" y="4490423"/>
            <a:ext cx="1056742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H="1" flipV="1">
            <a:off x="3428280" y="3933090"/>
            <a:ext cx="29160" cy="5573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457440" y="3436533"/>
            <a:ext cx="2279700" cy="5627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V="1">
            <a:off x="5745832" y="2473295"/>
            <a:ext cx="217980" cy="949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endCxn id="113" idx="2"/>
          </p:cNvCxnSpPr>
          <p:nvPr/>
        </p:nvCxnSpPr>
        <p:spPr>
          <a:xfrm flipH="1" flipV="1">
            <a:off x="5658390" y="2082097"/>
            <a:ext cx="305422" cy="3752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8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angle 607"/>
          <p:cNvSpPr/>
          <p:nvPr/>
        </p:nvSpPr>
        <p:spPr>
          <a:xfrm>
            <a:off x="4343760" y="2286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riangle isocèle 608"/>
          <p:cNvSpPr/>
          <p:nvPr/>
        </p:nvSpPr>
        <p:spPr>
          <a:xfrm>
            <a:off x="2971800" y="1143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0" name="Connecteur droit avec flèche 609"/>
          <p:cNvCxnSpPr>
            <a:stCxn id="608" idx="1"/>
            <a:endCxn id="609" idx="0"/>
          </p:cNvCxnSpPr>
          <p:nvPr/>
        </p:nvCxnSpPr>
        <p:spPr>
          <a:xfrm flipH="1">
            <a:off x="3314520" y="342720"/>
            <a:ext cx="10296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1" name="Rectangle 610"/>
          <p:cNvSpPr/>
          <p:nvPr/>
        </p:nvSpPr>
        <p:spPr>
          <a:xfrm>
            <a:off x="2534400" y="18288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eur droit avec flèche 611"/>
          <p:cNvCxnSpPr>
            <a:stCxn id="611" idx="0"/>
            <a:endCxn id="609" idx="2"/>
          </p:cNvCxnSpPr>
          <p:nvPr/>
        </p:nvCxnSpPr>
        <p:spPr>
          <a:xfrm flipV="1">
            <a:off x="2877120" y="1370880"/>
            <a:ext cx="9504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3" name="Rectangle 612"/>
          <p:cNvSpPr/>
          <p:nvPr/>
        </p:nvSpPr>
        <p:spPr>
          <a:xfrm>
            <a:off x="3429000" y="1610640"/>
            <a:ext cx="800280" cy="3319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eur droit avec flèche 613"/>
          <p:cNvCxnSpPr>
            <a:stCxn id="613" idx="0"/>
            <a:endCxn id="609" idx="4"/>
          </p:cNvCxnSpPr>
          <p:nvPr/>
        </p:nvCxnSpPr>
        <p:spPr>
          <a:xfrm flipH="1" flipV="1">
            <a:off x="3656880" y="1370880"/>
            <a:ext cx="172260" cy="239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5" name="Losange 614"/>
          <p:cNvSpPr/>
          <p:nvPr/>
        </p:nvSpPr>
        <p:spPr>
          <a:xfrm>
            <a:off x="1371600" y="25146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riangle isocèle 615"/>
          <p:cNvSpPr/>
          <p:nvPr/>
        </p:nvSpPr>
        <p:spPr>
          <a:xfrm>
            <a:off x="3657600" y="25146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7" name="Connecteur droit avec flèche 616"/>
          <p:cNvCxnSpPr>
            <a:stCxn id="613" idx="2"/>
            <a:endCxn id="616" idx="0"/>
          </p:cNvCxnSpPr>
          <p:nvPr/>
        </p:nvCxnSpPr>
        <p:spPr>
          <a:xfrm>
            <a:off x="3829140" y="1942560"/>
            <a:ext cx="17100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18" name="Rectangle 617"/>
          <p:cNvSpPr/>
          <p:nvPr/>
        </p:nvSpPr>
        <p:spPr>
          <a:xfrm>
            <a:off x="3448800" y="32004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9" name="Connecteur droit avec flèche 618"/>
          <p:cNvCxnSpPr>
            <a:stCxn id="618" idx="0"/>
            <a:endCxn id="616" idx="2"/>
          </p:cNvCxnSpPr>
          <p:nvPr/>
        </p:nvCxnSpPr>
        <p:spPr>
          <a:xfrm flipH="1" flipV="1">
            <a:off x="3657600" y="2742480"/>
            <a:ext cx="24840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20" name="Rectangle 619"/>
          <p:cNvSpPr/>
          <p:nvPr/>
        </p:nvSpPr>
        <p:spPr>
          <a:xfrm>
            <a:off x="4487310" y="3107263"/>
            <a:ext cx="11422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1" name="Connecteur droit avec flèche 620"/>
          <p:cNvCxnSpPr>
            <a:stCxn id="620" idx="0"/>
            <a:endCxn id="616" idx="4"/>
          </p:cNvCxnSpPr>
          <p:nvPr/>
        </p:nvCxnSpPr>
        <p:spPr>
          <a:xfrm flipH="1" flipV="1">
            <a:off x="4342680" y="2742480"/>
            <a:ext cx="715770" cy="364783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2" name="Connecteur droit avec flèche 621"/>
          <p:cNvCxnSpPr>
            <a:stCxn id="615" idx="0"/>
            <a:endCxn id="611" idx="2"/>
          </p:cNvCxnSpPr>
          <p:nvPr/>
        </p:nvCxnSpPr>
        <p:spPr>
          <a:xfrm flipV="1">
            <a:off x="2057040" y="2056680"/>
            <a:ext cx="820440" cy="458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23" name="Connecteur droit avec flèche 622"/>
          <p:cNvCxnSpPr>
            <a:stCxn id="615" idx="2"/>
            <a:endCxn id="618" idx="1"/>
          </p:cNvCxnSpPr>
          <p:nvPr/>
        </p:nvCxnSpPr>
        <p:spPr>
          <a:xfrm>
            <a:off x="2057040" y="2971080"/>
            <a:ext cx="1392120" cy="343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24" name="Losange 623"/>
          <p:cNvSpPr/>
          <p:nvPr/>
        </p:nvSpPr>
        <p:spPr>
          <a:xfrm>
            <a:off x="4552560" y="2457360"/>
            <a:ext cx="1142280" cy="28512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5" name="Connecteur droit avec flèche 624"/>
          <p:cNvCxnSpPr>
            <a:stCxn id="613" idx="3"/>
            <a:endCxn id="624" idx="1"/>
          </p:cNvCxnSpPr>
          <p:nvPr/>
        </p:nvCxnSpPr>
        <p:spPr>
          <a:xfrm>
            <a:off x="4229280" y="1776600"/>
            <a:ext cx="323280" cy="8233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26" name="Connecteur en arc 625"/>
          <p:cNvCxnSpPr>
            <a:stCxn id="624" idx="2"/>
            <a:endCxn id="624" idx="3"/>
          </p:cNvCxnSpPr>
          <p:nvPr/>
        </p:nvCxnSpPr>
        <p:spPr>
          <a:xfrm rot="5400000" flipH="1" flipV="1">
            <a:off x="5338080" y="2385720"/>
            <a:ext cx="142920" cy="571320"/>
          </a:xfrm>
          <a:prstGeom prst="curvedConnector4">
            <a:avLst>
              <a:gd name="adj1" fmla="val -153787"/>
              <a:gd name="adj2" fmla="val 136885"/>
            </a:avLst>
          </a:prstGeom>
          <a:ln w="3816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627" name="Rectangle 626"/>
          <p:cNvSpPr/>
          <p:nvPr/>
        </p:nvSpPr>
        <p:spPr>
          <a:xfrm>
            <a:off x="1143360" y="206892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Losange 627"/>
          <p:cNvSpPr/>
          <p:nvPr/>
        </p:nvSpPr>
        <p:spPr>
          <a:xfrm>
            <a:off x="2057400" y="3429000"/>
            <a:ext cx="1370880" cy="456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Connecteur en arc 628"/>
          <p:cNvCxnSpPr>
            <a:stCxn id="608" idx="2"/>
            <a:endCxn id="628" idx="0"/>
          </p:cNvCxnSpPr>
          <p:nvPr/>
        </p:nvCxnSpPr>
        <p:spPr>
          <a:xfrm rot="5400000">
            <a:off x="2228040" y="970920"/>
            <a:ext cx="2972880" cy="1944000"/>
          </a:xfrm>
          <a:prstGeom prst="curvedConnector3">
            <a:avLst>
              <a:gd name="adj1" fmla="val 26946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0" name="Losange 629"/>
          <p:cNvSpPr/>
          <p:nvPr/>
        </p:nvSpPr>
        <p:spPr>
          <a:xfrm>
            <a:off x="2286000" y="43329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630"/>
          <p:cNvSpPr/>
          <p:nvPr/>
        </p:nvSpPr>
        <p:spPr>
          <a:xfrm>
            <a:off x="3657600" y="41148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2" name="Connecteur droit avec flèche 631"/>
          <p:cNvCxnSpPr>
            <a:stCxn id="630" idx="3"/>
            <a:endCxn id="631" idx="1"/>
          </p:cNvCxnSpPr>
          <p:nvPr/>
        </p:nvCxnSpPr>
        <p:spPr>
          <a:xfrm flipV="1">
            <a:off x="3199680" y="4228920"/>
            <a:ext cx="458280" cy="2239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33" name="Triangle isocèle 632"/>
          <p:cNvSpPr/>
          <p:nvPr/>
        </p:nvSpPr>
        <p:spPr>
          <a:xfrm>
            <a:off x="3886200" y="4572000"/>
            <a:ext cx="685080" cy="227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4" name="Connecteur droit avec flèche 633"/>
          <p:cNvCxnSpPr>
            <a:stCxn id="631" idx="2"/>
            <a:endCxn id="633" idx="0"/>
          </p:cNvCxnSpPr>
          <p:nvPr/>
        </p:nvCxnSpPr>
        <p:spPr>
          <a:xfrm>
            <a:off x="4114440" y="4342680"/>
            <a:ext cx="1148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5" name="Rectangle 634"/>
          <p:cNvSpPr/>
          <p:nvPr/>
        </p:nvSpPr>
        <p:spPr>
          <a:xfrm>
            <a:off x="3200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6" name="Connecteur droit avec flèche 635"/>
          <p:cNvCxnSpPr>
            <a:stCxn id="635" idx="0"/>
            <a:endCxn id="633" idx="3"/>
          </p:cNvCxnSpPr>
          <p:nvPr/>
        </p:nvCxnSpPr>
        <p:spPr>
          <a:xfrm flipV="1">
            <a:off x="3657240" y="4799880"/>
            <a:ext cx="572040" cy="229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7" name="Rectangle 636"/>
          <p:cNvSpPr/>
          <p:nvPr/>
        </p:nvSpPr>
        <p:spPr>
          <a:xfrm>
            <a:off x="4343400" y="5029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Connecteur droit avec flèche 637"/>
          <p:cNvCxnSpPr>
            <a:stCxn id="637" idx="0"/>
          </p:cNvCxnSpPr>
          <p:nvPr/>
        </p:nvCxnSpPr>
        <p:spPr>
          <a:xfrm flipH="1" flipV="1">
            <a:off x="4229280" y="4800600"/>
            <a:ext cx="57132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39" name="Losange 638"/>
          <p:cNvSpPr/>
          <p:nvPr/>
        </p:nvSpPr>
        <p:spPr>
          <a:xfrm>
            <a:off x="5257800" y="411480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0" name="Connecteur droit avec flèche 639"/>
          <p:cNvCxnSpPr>
            <a:stCxn id="631" idx="3"/>
            <a:endCxn id="639" idx="1"/>
          </p:cNvCxnSpPr>
          <p:nvPr/>
        </p:nvCxnSpPr>
        <p:spPr>
          <a:xfrm>
            <a:off x="4571280" y="4228920"/>
            <a:ext cx="686880" cy="57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41" name="Connecteur en arc 640"/>
          <p:cNvCxnSpPr>
            <a:stCxn id="608" idx="2"/>
            <a:endCxn id="639" idx="0"/>
          </p:cNvCxnSpPr>
          <p:nvPr/>
        </p:nvCxnSpPr>
        <p:spPr>
          <a:xfrm rot="16200000" flipH="1">
            <a:off x="3371400" y="1771560"/>
            <a:ext cx="3658680" cy="1028520"/>
          </a:xfrm>
          <a:prstGeom prst="curvedConnector3">
            <a:avLst>
              <a:gd name="adj1" fmla="val 9197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2" name="Losange 641"/>
          <p:cNvSpPr/>
          <p:nvPr/>
        </p:nvSpPr>
        <p:spPr>
          <a:xfrm>
            <a:off x="5029200" y="456084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3" name="Connecteur droit avec flèche 642"/>
          <p:cNvCxnSpPr>
            <a:stCxn id="631" idx="3"/>
            <a:endCxn id="642" idx="1"/>
          </p:cNvCxnSpPr>
          <p:nvPr/>
        </p:nvCxnSpPr>
        <p:spPr>
          <a:xfrm>
            <a:off x="4571280" y="4228920"/>
            <a:ext cx="458280" cy="45180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4" name="Rectangle 643"/>
          <p:cNvSpPr/>
          <p:nvPr/>
        </p:nvSpPr>
        <p:spPr>
          <a:xfrm>
            <a:off x="7086600" y="4800600"/>
            <a:ext cx="9136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5" name="Connecteur droit avec flèche 644"/>
          <p:cNvCxnSpPr>
            <a:stCxn id="642" idx="3"/>
            <a:endCxn id="644" idx="1"/>
          </p:cNvCxnSpPr>
          <p:nvPr/>
        </p:nvCxnSpPr>
        <p:spPr>
          <a:xfrm>
            <a:off x="6628680" y="4680360"/>
            <a:ext cx="45828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46" name="Rectangle 645"/>
          <p:cNvSpPr/>
          <p:nvPr/>
        </p:nvSpPr>
        <p:spPr>
          <a:xfrm>
            <a:off x="7315200" y="1143000"/>
            <a:ext cx="6850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Losange 646"/>
          <p:cNvSpPr/>
          <p:nvPr/>
        </p:nvSpPr>
        <p:spPr>
          <a:xfrm>
            <a:off x="5257800" y="90324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Connecteur droit avec flèche 647"/>
          <p:cNvCxnSpPr>
            <a:stCxn id="646" idx="1"/>
            <a:endCxn id="647" idx="3"/>
          </p:cNvCxnSpPr>
          <p:nvPr/>
        </p:nvCxnSpPr>
        <p:spPr>
          <a:xfrm flipH="1" flipV="1">
            <a:off x="6628680" y="1022760"/>
            <a:ext cx="686880" cy="234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49" name="Connecteur droit avec flèche 648"/>
          <p:cNvCxnSpPr>
            <a:stCxn id="647" idx="1"/>
            <a:endCxn id="608" idx="3"/>
          </p:cNvCxnSpPr>
          <p:nvPr/>
        </p:nvCxnSpPr>
        <p:spPr>
          <a:xfrm flipH="1" flipV="1">
            <a:off x="5028840" y="342720"/>
            <a:ext cx="229320" cy="680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0" name="Losange 649"/>
          <p:cNvSpPr/>
          <p:nvPr/>
        </p:nvSpPr>
        <p:spPr>
          <a:xfrm>
            <a:off x="5486400" y="14691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1" name="Connecteur droit avec flèche 650"/>
          <p:cNvCxnSpPr>
            <a:stCxn id="646" idx="1"/>
            <a:endCxn id="650" idx="3"/>
          </p:cNvCxnSpPr>
          <p:nvPr/>
        </p:nvCxnSpPr>
        <p:spPr>
          <a:xfrm flipH="1">
            <a:off x="6857280" y="1257120"/>
            <a:ext cx="458280" cy="331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52" name="Connecteur droit avec flèche 651"/>
          <p:cNvCxnSpPr>
            <a:stCxn id="650" idx="1"/>
            <a:endCxn id="608" idx="2"/>
          </p:cNvCxnSpPr>
          <p:nvPr/>
        </p:nvCxnSpPr>
        <p:spPr>
          <a:xfrm flipH="1" flipV="1">
            <a:off x="4686480" y="45648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3" name="Rectangle 652"/>
          <p:cNvSpPr/>
          <p:nvPr/>
        </p:nvSpPr>
        <p:spPr>
          <a:xfrm>
            <a:off x="6629760" y="2058120"/>
            <a:ext cx="6854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Connecteur droit avec flèche 653"/>
          <p:cNvCxnSpPr>
            <a:stCxn id="653" idx="0"/>
            <a:endCxn id="650" idx="2"/>
          </p:cNvCxnSpPr>
          <p:nvPr/>
        </p:nvCxnSpPr>
        <p:spPr>
          <a:xfrm flipH="1" flipV="1">
            <a:off x="6171840" y="1708200"/>
            <a:ext cx="801000" cy="3502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55" name="Losange 654"/>
          <p:cNvSpPr/>
          <p:nvPr/>
        </p:nvSpPr>
        <p:spPr>
          <a:xfrm>
            <a:off x="5694840" y="381857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6" name="Connecteur droit avec flèche 655"/>
          <p:cNvCxnSpPr>
            <a:stCxn id="653" idx="2"/>
            <a:endCxn id="655" idx="0"/>
          </p:cNvCxnSpPr>
          <p:nvPr/>
        </p:nvCxnSpPr>
        <p:spPr>
          <a:xfrm flipH="1">
            <a:off x="6380280" y="2286000"/>
            <a:ext cx="592200" cy="1532577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57" name="Connecteur en arc 656"/>
          <p:cNvCxnSpPr>
            <a:stCxn id="655" idx="1"/>
            <a:endCxn id="618" idx="2"/>
          </p:cNvCxnSpPr>
          <p:nvPr/>
        </p:nvCxnSpPr>
        <p:spPr>
          <a:xfrm rot="10800000">
            <a:off x="3905640" y="3428281"/>
            <a:ext cx="1789200" cy="509817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58" name="Losange 657"/>
          <p:cNvSpPr/>
          <p:nvPr/>
        </p:nvSpPr>
        <p:spPr>
          <a:xfrm>
            <a:off x="8229600" y="45612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9" name="Connecteur droit avec flèche 658"/>
          <p:cNvCxnSpPr>
            <a:stCxn id="658" idx="3"/>
            <a:endCxn id="644" idx="3"/>
          </p:cNvCxnSpPr>
          <p:nvPr/>
        </p:nvCxnSpPr>
        <p:spPr>
          <a:xfrm flipH="1">
            <a:off x="8000280" y="468072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60" name="Rectangle 659"/>
          <p:cNvSpPr/>
          <p:nvPr/>
        </p:nvSpPr>
        <p:spPr>
          <a:xfrm>
            <a:off x="8458560" y="3886200"/>
            <a:ext cx="91368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1" name="Connecteur droit avec flèche 660"/>
          <p:cNvCxnSpPr>
            <a:stCxn id="660" idx="2"/>
            <a:endCxn id="658" idx="0"/>
          </p:cNvCxnSpPr>
          <p:nvPr/>
        </p:nvCxnSpPr>
        <p:spPr>
          <a:xfrm>
            <a:off x="8915400" y="4114080"/>
            <a:ext cx="114480" cy="447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2" name="Losange 661"/>
          <p:cNvSpPr/>
          <p:nvPr/>
        </p:nvSpPr>
        <p:spPr>
          <a:xfrm>
            <a:off x="8458560" y="3429000"/>
            <a:ext cx="15994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3" name="Connecteur droit avec flèche 662"/>
          <p:cNvCxnSpPr>
            <a:stCxn id="660" idx="0"/>
            <a:endCxn id="662" idx="2"/>
          </p:cNvCxnSpPr>
          <p:nvPr/>
        </p:nvCxnSpPr>
        <p:spPr>
          <a:xfrm flipV="1">
            <a:off x="8915400" y="3668040"/>
            <a:ext cx="343440" cy="218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4" name="Connecteur en arc 663"/>
          <p:cNvCxnSpPr>
            <a:stCxn id="662" idx="0"/>
            <a:endCxn id="608" idx="2"/>
          </p:cNvCxnSpPr>
          <p:nvPr/>
        </p:nvCxnSpPr>
        <p:spPr>
          <a:xfrm rot="16200000" flipV="1">
            <a:off x="5486400" y="-343440"/>
            <a:ext cx="2972880" cy="4572360"/>
          </a:xfrm>
          <a:prstGeom prst="curvedConnector3">
            <a:avLst>
              <a:gd name="adj1" fmla="val 24984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65" name="Rectangle 664"/>
          <p:cNvSpPr/>
          <p:nvPr/>
        </p:nvSpPr>
        <p:spPr>
          <a:xfrm>
            <a:off x="6858000" y="4115160"/>
            <a:ext cx="914040" cy="2278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6" name="Connecteur en angle 665"/>
          <p:cNvCxnSpPr>
            <a:stCxn id="639" idx="3"/>
            <a:endCxn id="665" idx="1"/>
          </p:cNvCxnSpPr>
          <p:nvPr/>
        </p:nvCxnSpPr>
        <p:spPr>
          <a:xfrm flipV="1">
            <a:off x="6171480" y="4229280"/>
            <a:ext cx="686880" cy="5400"/>
          </a:xfrm>
          <a:prstGeom prst="bentConnector3">
            <a:avLst>
              <a:gd name="adj1" fmla="val 50078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667" name="Losange 666"/>
          <p:cNvSpPr/>
          <p:nvPr/>
        </p:nvSpPr>
        <p:spPr>
          <a:xfrm>
            <a:off x="6400800" y="2743560"/>
            <a:ext cx="1599840" cy="227880"/>
          </a:xfrm>
          <a:prstGeom prst="diamond">
            <a:avLst/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 smtClean="0">
                <a:solidFill>
                  <a:srgbClr val="000000"/>
                </a:solidFill>
                <a:latin typeface="Arial"/>
              </a:rPr>
              <a:t>Applied to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8" name="Connecteur droit avec flèche 667"/>
          <p:cNvCxnSpPr/>
          <p:nvPr/>
        </p:nvCxnSpPr>
        <p:spPr>
          <a:xfrm flipV="1">
            <a:off x="4564060" y="2971080"/>
            <a:ext cx="2522360" cy="12025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69" name="Connecteur en arc 668"/>
          <p:cNvCxnSpPr>
            <a:stCxn id="613" idx="3"/>
            <a:endCxn id="113" idx="1"/>
          </p:cNvCxnSpPr>
          <p:nvPr/>
        </p:nvCxnSpPr>
        <p:spPr>
          <a:xfrm>
            <a:off x="4229280" y="1776600"/>
            <a:ext cx="743670" cy="185977"/>
          </a:xfrm>
          <a:prstGeom prst="curvedConnector3">
            <a:avLst>
              <a:gd name="adj1" fmla="val 50000"/>
            </a:avLst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70" name="Losange 669"/>
          <p:cNvSpPr/>
          <p:nvPr/>
        </p:nvSpPr>
        <p:spPr>
          <a:xfrm>
            <a:off x="7201080" y="3657600"/>
            <a:ext cx="91368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1" name="Connecteur en arc 670"/>
          <p:cNvCxnSpPr>
            <a:stCxn id="608" idx="3"/>
            <a:endCxn id="670" idx="1"/>
          </p:cNvCxnSpPr>
          <p:nvPr/>
        </p:nvCxnSpPr>
        <p:spPr>
          <a:xfrm>
            <a:off x="5028840" y="342720"/>
            <a:ext cx="2172600" cy="3543840"/>
          </a:xfrm>
          <a:prstGeom prst="curvedConnector3">
            <a:avLst>
              <a:gd name="adj1" fmla="val 50016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2" name="Connecteur en angle 671"/>
          <p:cNvCxnSpPr>
            <a:stCxn id="670" idx="3"/>
            <a:endCxn id="665" idx="3"/>
          </p:cNvCxnSpPr>
          <p:nvPr/>
        </p:nvCxnSpPr>
        <p:spPr>
          <a:xfrm flipH="1">
            <a:off x="7772040" y="3886200"/>
            <a:ext cx="343080" cy="343440"/>
          </a:xfrm>
          <a:prstGeom prst="bentConnector3">
            <a:avLst>
              <a:gd name="adj1" fmla="val -52836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3" name="Losange 672"/>
          <p:cNvSpPr/>
          <p:nvPr/>
        </p:nvSpPr>
        <p:spPr>
          <a:xfrm>
            <a:off x="6629400" y="3361230"/>
            <a:ext cx="137124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4" name="Connecteur en arc 673"/>
          <p:cNvCxnSpPr>
            <a:stCxn id="608" idx="2"/>
            <a:endCxn id="673" idx="1"/>
          </p:cNvCxnSpPr>
          <p:nvPr/>
        </p:nvCxnSpPr>
        <p:spPr>
          <a:xfrm rot="16200000" flipH="1">
            <a:off x="4148415" y="994365"/>
            <a:ext cx="3018870" cy="194310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675" name="Connecteur en angle 674"/>
          <p:cNvCxnSpPr>
            <a:stCxn id="673" idx="3"/>
          </p:cNvCxnSpPr>
          <p:nvPr/>
        </p:nvCxnSpPr>
        <p:spPr>
          <a:xfrm flipH="1">
            <a:off x="7772400" y="3475350"/>
            <a:ext cx="228600" cy="915480"/>
          </a:xfrm>
          <a:prstGeom prst="bentConnector3">
            <a:avLst>
              <a:gd name="adj1" fmla="val -79337"/>
            </a:avLst>
          </a:prstGeom>
          <a:ln w="29160">
            <a:solidFill>
              <a:srgbClr val="000000"/>
            </a:solidFill>
            <a:round/>
            <a:headEnd type="triangle" w="med" len="med"/>
          </a:ln>
        </p:spPr>
      </p:cxnSp>
      <p:sp>
        <p:nvSpPr>
          <p:cNvPr id="676" name="Rectangle 27"/>
          <p:cNvSpPr/>
          <p:nvPr/>
        </p:nvSpPr>
        <p:spPr>
          <a:xfrm>
            <a:off x="685800" y="4800600"/>
            <a:ext cx="1281960" cy="2286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14400" rIns="52200" bIns="144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Calibration_record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Diamond 5"/>
          <p:cNvSpPr/>
          <p:nvPr/>
        </p:nvSpPr>
        <p:spPr>
          <a:xfrm>
            <a:off x="1352160" y="5257800"/>
            <a:ext cx="1391040" cy="332640"/>
          </a:xfrm>
          <a:prstGeom prst="diamond">
            <a:avLst/>
          </a:prstGeom>
          <a:solidFill>
            <a:srgbClr val="FFFFFF"/>
          </a:solidFill>
          <a:ln w="29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14400" rIns="52200" bIns="144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Connecteur en angle 677"/>
          <p:cNvCxnSpPr>
            <a:stCxn id="676" idx="2"/>
            <a:endCxn id="677" idx="1"/>
          </p:cNvCxnSpPr>
          <p:nvPr/>
        </p:nvCxnSpPr>
        <p:spPr>
          <a:xfrm rot="16200000" flipH="1">
            <a:off x="1142280" y="5213880"/>
            <a:ext cx="395280" cy="25560"/>
          </a:xfrm>
          <a:prstGeom prst="bentConnector2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79" name="Connecteur droit avec flèche 678"/>
          <p:cNvCxnSpPr>
            <a:stCxn id="677" idx="3"/>
            <a:endCxn id="631" idx="1"/>
          </p:cNvCxnSpPr>
          <p:nvPr/>
        </p:nvCxnSpPr>
        <p:spPr>
          <a:xfrm flipV="1">
            <a:off x="2743200" y="4228560"/>
            <a:ext cx="914760" cy="1195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80" name="Rectangle 679"/>
          <p:cNvSpPr/>
          <p:nvPr/>
        </p:nvSpPr>
        <p:spPr>
          <a:xfrm>
            <a:off x="686160" y="4354920"/>
            <a:ext cx="9140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1" name="Connecteur droit avec flèche 680"/>
          <p:cNvCxnSpPr>
            <a:stCxn id="680" idx="0"/>
            <a:endCxn id="615" idx="2"/>
          </p:cNvCxnSpPr>
          <p:nvPr/>
        </p:nvCxnSpPr>
        <p:spPr>
          <a:xfrm flipV="1">
            <a:off x="1143360" y="2971080"/>
            <a:ext cx="914040" cy="13842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2" name="Connecteur droit avec flèche 681"/>
          <p:cNvCxnSpPr>
            <a:stCxn id="680" idx="0"/>
          </p:cNvCxnSpPr>
          <p:nvPr/>
        </p:nvCxnSpPr>
        <p:spPr>
          <a:xfrm flipV="1">
            <a:off x="1143360" y="3885480"/>
            <a:ext cx="1599840" cy="4698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683" name="Connecteur droit avec flèche 682"/>
          <p:cNvCxnSpPr>
            <a:stCxn id="680" idx="3"/>
            <a:endCxn id="630" idx="1"/>
          </p:cNvCxnSpPr>
          <p:nvPr/>
        </p:nvCxnSpPr>
        <p:spPr>
          <a:xfrm flipV="1">
            <a:off x="1600200" y="4452480"/>
            <a:ext cx="6861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684" name="Rectangle 683"/>
          <p:cNvSpPr/>
          <p:nvPr/>
        </p:nvSpPr>
        <p:spPr>
          <a:xfrm>
            <a:off x="228600" y="1611720"/>
            <a:ext cx="114300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Consummable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Losange 684"/>
          <p:cNvSpPr/>
          <p:nvPr/>
        </p:nvSpPr>
        <p:spPr>
          <a:xfrm>
            <a:off x="0" y="3875760"/>
            <a:ext cx="9136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6" name="Connecteur en arc 685"/>
          <p:cNvCxnSpPr>
            <a:stCxn id="685" idx="2"/>
            <a:endCxn id="680" idx="1"/>
          </p:cNvCxnSpPr>
          <p:nvPr/>
        </p:nvCxnSpPr>
        <p:spPr>
          <a:xfrm rot="16200000" flipH="1">
            <a:off x="397080" y="4174200"/>
            <a:ext cx="349200" cy="22968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87" name="Connecteur en arc 686"/>
          <p:cNvCxnSpPr>
            <a:stCxn id="627" idx="1"/>
            <a:endCxn id="685" idx="0"/>
          </p:cNvCxnSpPr>
          <p:nvPr/>
        </p:nvCxnSpPr>
        <p:spPr>
          <a:xfrm rot="10800000" flipV="1">
            <a:off x="456480" y="2177280"/>
            <a:ext cx="686880" cy="169848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88" name="Connecteur en arc 687"/>
          <p:cNvCxnSpPr>
            <a:stCxn id="684" idx="2"/>
            <a:endCxn id="685" idx="0"/>
          </p:cNvCxnSpPr>
          <p:nvPr/>
        </p:nvCxnSpPr>
        <p:spPr>
          <a:xfrm rot="5400000">
            <a:off x="-394920" y="2680560"/>
            <a:ext cx="2047320" cy="343800"/>
          </a:xfrm>
          <a:prstGeom prst="curvedConnector3">
            <a:avLst>
              <a:gd name="adj1" fmla="val 25008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89" name="Losange 688"/>
          <p:cNvSpPr/>
          <p:nvPr/>
        </p:nvSpPr>
        <p:spPr>
          <a:xfrm>
            <a:off x="2514600" y="2286000"/>
            <a:ext cx="11422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0" name="Connecteur en arc 689"/>
          <p:cNvCxnSpPr>
            <a:stCxn id="689" idx="2"/>
            <a:endCxn id="691" idx="3"/>
          </p:cNvCxnSpPr>
          <p:nvPr/>
        </p:nvCxnSpPr>
        <p:spPr>
          <a:xfrm rot="5400000">
            <a:off x="1716840" y="2408400"/>
            <a:ext cx="1252440" cy="148608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92" name="Connecteur en arc 691"/>
          <p:cNvCxnSpPr>
            <a:stCxn id="613" idx="2"/>
            <a:endCxn id="689" idx="0"/>
          </p:cNvCxnSpPr>
          <p:nvPr/>
        </p:nvCxnSpPr>
        <p:spPr>
          <a:xfrm rot="5400000">
            <a:off x="3285720" y="1742580"/>
            <a:ext cx="343440" cy="743400"/>
          </a:xfrm>
          <a:prstGeom prst="curvedConnector3">
            <a:avLst>
              <a:gd name="adj1" fmla="val 5000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91" name="Losange 690"/>
          <p:cNvSpPr/>
          <p:nvPr/>
        </p:nvSpPr>
        <p:spPr>
          <a:xfrm>
            <a:off x="457920" y="3657600"/>
            <a:ext cx="11422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Stocks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3" name="Connecteur en arc 692"/>
          <p:cNvCxnSpPr>
            <a:stCxn id="691" idx="2"/>
          </p:cNvCxnSpPr>
          <p:nvPr/>
        </p:nvCxnSpPr>
        <p:spPr>
          <a:xfrm rot="16200000" flipH="1">
            <a:off x="857160" y="4068360"/>
            <a:ext cx="458640" cy="114480"/>
          </a:xfrm>
          <a:prstGeom prst="curvedConnector3">
            <a:avLst>
              <a:gd name="adj1" fmla="val 100000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694" name="Connecteur en arc 693"/>
          <p:cNvCxnSpPr>
            <a:stCxn id="627" idx="2"/>
            <a:endCxn id="691" idx="0"/>
          </p:cNvCxnSpPr>
          <p:nvPr/>
        </p:nvCxnSpPr>
        <p:spPr>
          <a:xfrm rot="5400000">
            <a:off x="628920" y="2686320"/>
            <a:ext cx="1371960" cy="571680"/>
          </a:xfrm>
          <a:prstGeom prst="curvedConnector3">
            <a:avLst>
              <a:gd name="adj1" fmla="val 25013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95" name="Rectangle 694"/>
          <p:cNvSpPr/>
          <p:nvPr/>
        </p:nvSpPr>
        <p:spPr>
          <a:xfrm>
            <a:off x="1714680" y="685800"/>
            <a:ext cx="114300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 dirty="0" smtClean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6" name="Connecteur en arc 695"/>
          <p:cNvCxnSpPr>
            <a:stCxn id="695" idx="2"/>
            <a:endCxn id="697" idx="3"/>
          </p:cNvCxnSpPr>
          <p:nvPr/>
        </p:nvCxnSpPr>
        <p:spPr>
          <a:xfrm rot="5400000">
            <a:off x="1882440" y="619560"/>
            <a:ext cx="120960" cy="68724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697" name="Losange 696"/>
          <p:cNvSpPr/>
          <p:nvPr/>
        </p:nvSpPr>
        <p:spPr>
          <a:xfrm>
            <a:off x="228600" y="903960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8" name="Connecteur en arc 697"/>
          <p:cNvCxnSpPr>
            <a:stCxn id="697" idx="2"/>
            <a:endCxn id="684" idx="0"/>
          </p:cNvCxnSpPr>
          <p:nvPr/>
        </p:nvCxnSpPr>
        <p:spPr>
          <a:xfrm rot="5400000">
            <a:off x="622800" y="1320480"/>
            <a:ext cx="469080" cy="114120"/>
          </a:xfrm>
          <a:prstGeom prst="curvedConnector3">
            <a:avLst>
              <a:gd name="adj1" fmla="val 25038"/>
            </a:avLst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3" name="Rectangle 92"/>
          <p:cNvSpPr/>
          <p:nvPr/>
        </p:nvSpPr>
        <p:spPr>
          <a:xfrm>
            <a:off x="8401500" y="1723541"/>
            <a:ext cx="1142280" cy="376102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Maintenance operations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Connecteur droit avec flèche 6"/>
          <p:cNvCxnSpPr>
            <a:stCxn id="93" idx="2"/>
            <a:endCxn id="667" idx="3"/>
          </p:cNvCxnSpPr>
          <p:nvPr/>
        </p:nvCxnSpPr>
        <p:spPr>
          <a:xfrm flipH="1">
            <a:off x="8000640" y="2099643"/>
            <a:ext cx="972000" cy="7578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Losange 112"/>
          <p:cNvSpPr/>
          <p:nvPr/>
        </p:nvSpPr>
        <p:spPr>
          <a:xfrm>
            <a:off x="4972950" y="1843057"/>
            <a:ext cx="1370880" cy="2390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monitors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Connecteur droit 30"/>
          <p:cNvCxnSpPr/>
          <p:nvPr/>
        </p:nvCxnSpPr>
        <p:spPr>
          <a:xfrm flipV="1">
            <a:off x="5943240" y="2405520"/>
            <a:ext cx="1828800" cy="5184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V="1">
            <a:off x="7742340" y="1238490"/>
            <a:ext cx="728235" cy="114001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8401500" y="1256940"/>
            <a:ext cx="1427580" cy="194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9829080" y="1256940"/>
            <a:ext cx="0" cy="18503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7086420" y="3107263"/>
            <a:ext cx="2742660" cy="931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H="1">
            <a:off x="4514182" y="3176546"/>
            <a:ext cx="2627422" cy="13138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H="1">
            <a:off x="3457440" y="4490423"/>
            <a:ext cx="1056742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H="1" flipV="1">
            <a:off x="3428280" y="3933090"/>
            <a:ext cx="29160" cy="5573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457440" y="3436533"/>
            <a:ext cx="2279700" cy="5627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V="1">
            <a:off x="5745832" y="2473295"/>
            <a:ext cx="217980" cy="949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endCxn id="113" idx="2"/>
          </p:cNvCxnSpPr>
          <p:nvPr/>
        </p:nvCxnSpPr>
        <p:spPr>
          <a:xfrm flipH="1" flipV="1">
            <a:off x="5658390" y="2082097"/>
            <a:ext cx="305422" cy="3752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/>
          <p:cNvCxnSpPr>
            <a:stCxn id="608" idx="3"/>
            <a:endCxn id="5" idx="2"/>
          </p:cNvCxnSpPr>
          <p:nvPr/>
        </p:nvCxnSpPr>
        <p:spPr>
          <a:xfrm flipV="1">
            <a:off x="5028840" y="243464"/>
            <a:ext cx="374093" cy="990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/>
        </p:nvSpPr>
        <p:spPr>
          <a:xfrm>
            <a:off x="5402933" y="101044"/>
            <a:ext cx="439067" cy="2848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15" name="Connecteur droit 114"/>
          <p:cNvCxnSpPr>
            <a:stCxn id="646" idx="0"/>
            <a:endCxn id="116" idx="4"/>
          </p:cNvCxnSpPr>
          <p:nvPr/>
        </p:nvCxnSpPr>
        <p:spPr>
          <a:xfrm flipH="1" flipV="1">
            <a:off x="7442327" y="799650"/>
            <a:ext cx="215413" cy="343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lipse 115"/>
          <p:cNvSpPr/>
          <p:nvPr/>
        </p:nvSpPr>
        <p:spPr>
          <a:xfrm>
            <a:off x="6941073" y="520301"/>
            <a:ext cx="1002507" cy="27934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Proj</a:t>
            </a:r>
            <a:r>
              <a:rPr lang="fr-FR" sz="1100" u="sng" dirty="0" smtClean="0">
                <a:solidFill>
                  <a:schemeClr val="tx1"/>
                </a:solidFill>
              </a:rPr>
              <a:t> code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23" name="Connecteur droit 122"/>
          <p:cNvCxnSpPr>
            <a:endCxn id="124" idx="6"/>
          </p:cNvCxnSpPr>
          <p:nvPr/>
        </p:nvCxnSpPr>
        <p:spPr>
          <a:xfrm>
            <a:off x="1565793" y="4574517"/>
            <a:ext cx="374093" cy="185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lipse 123"/>
          <p:cNvSpPr/>
          <p:nvPr/>
        </p:nvSpPr>
        <p:spPr>
          <a:xfrm rot="10800000" flipV="1">
            <a:off x="1939886" y="4604510"/>
            <a:ext cx="802233" cy="3105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Lab</a:t>
            </a:r>
            <a:r>
              <a:rPr lang="fr-FR" sz="1100" u="sng" dirty="0" smtClean="0">
                <a:solidFill>
                  <a:schemeClr val="tx1"/>
                </a:solidFill>
              </a:rPr>
              <a:t> 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27" name="Connecteur droit 126"/>
          <p:cNvCxnSpPr>
            <a:stCxn id="93" idx="0"/>
            <a:endCxn id="128" idx="2"/>
          </p:cNvCxnSpPr>
          <p:nvPr/>
        </p:nvCxnSpPr>
        <p:spPr>
          <a:xfrm flipH="1" flipV="1">
            <a:off x="8701209" y="1473183"/>
            <a:ext cx="271431" cy="2503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/>
          <p:cNvSpPr/>
          <p:nvPr/>
        </p:nvSpPr>
        <p:spPr>
          <a:xfrm>
            <a:off x="8701209" y="1320719"/>
            <a:ext cx="1085688" cy="304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start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 flipV="1">
            <a:off x="9115290" y="1588680"/>
            <a:ext cx="256950" cy="96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/>
          <p:cNvCxnSpPr>
            <a:stCxn id="653" idx="0"/>
            <a:endCxn id="135" idx="2"/>
          </p:cNvCxnSpPr>
          <p:nvPr/>
        </p:nvCxnSpPr>
        <p:spPr>
          <a:xfrm flipH="1" flipV="1">
            <a:off x="6815066" y="1768617"/>
            <a:ext cx="157414" cy="289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Ellipse 134"/>
          <p:cNvSpPr/>
          <p:nvPr/>
        </p:nvSpPr>
        <p:spPr>
          <a:xfrm>
            <a:off x="6815066" y="1642028"/>
            <a:ext cx="1198957" cy="2531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Budgetary</a:t>
            </a:r>
            <a:r>
              <a:rPr lang="fr-FR" sz="1100" u="sng" dirty="0" smtClean="0">
                <a:solidFill>
                  <a:schemeClr val="tx1"/>
                </a:solidFill>
              </a:rPr>
              <a:t> line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38" name="Connecteur droit 137"/>
          <p:cNvCxnSpPr>
            <a:stCxn id="644" idx="3"/>
            <a:endCxn id="139" idx="2"/>
          </p:cNvCxnSpPr>
          <p:nvPr/>
        </p:nvCxnSpPr>
        <p:spPr>
          <a:xfrm>
            <a:off x="8000280" y="5028840"/>
            <a:ext cx="263574" cy="325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e 138"/>
          <p:cNvSpPr/>
          <p:nvPr/>
        </p:nvSpPr>
        <p:spPr>
          <a:xfrm>
            <a:off x="8263854" y="5242320"/>
            <a:ext cx="927919" cy="223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Model 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43" name="Connecteur droit 142"/>
          <p:cNvCxnSpPr>
            <a:stCxn id="631" idx="1"/>
            <a:endCxn id="144" idx="0"/>
          </p:cNvCxnSpPr>
          <p:nvPr/>
        </p:nvCxnSpPr>
        <p:spPr>
          <a:xfrm flipH="1">
            <a:off x="3249049" y="4228740"/>
            <a:ext cx="408551" cy="467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Ellipse 143"/>
          <p:cNvSpPr/>
          <p:nvPr/>
        </p:nvSpPr>
        <p:spPr>
          <a:xfrm>
            <a:off x="2682429" y="4696380"/>
            <a:ext cx="1133239" cy="2308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Serial </a:t>
            </a:r>
            <a:r>
              <a:rPr lang="fr-FR" sz="1100" u="sng" dirty="0" err="1" smtClean="0">
                <a:solidFill>
                  <a:schemeClr val="tx1"/>
                </a:solidFill>
              </a:rPr>
              <a:t>number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52" name="Connecteur droit 151"/>
          <p:cNvCxnSpPr>
            <a:stCxn id="660" idx="3"/>
          </p:cNvCxnSpPr>
          <p:nvPr/>
        </p:nvCxnSpPr>
        <p:spPr>
          <a:xfrm flipH="1">
            <a:off x="9166899" y="4000140"/>
            <a:ext cx="205341" cy="310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Ellipse 152"/>
          <p:cNvSpPr/>
          <p:nvPr/>
        </p:nvSpPr>
        <p:spPr>
          <a:xfrm>
            <a:off x="9166899" y="4237302"/>
            <a:ext cx="891141" cy="1944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code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56" name="Connecteur droit 155"/>
          <p:cNvCxnSpPr/>
          <p:nvPr/>
        </p:nvCxnSpPr>
        <p:spPr>
          <a:xfrm flipH="1">
            <a:off x="6594426" y="4322920"/>
            <a:ext cx="1119129" cy="977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Ellipse 156"/>
          <p:cNvSpPr/>
          <p:nvPr/>
        </p:nvSpPr>
        <p:spPr>
          <a:xfrm>
            <a:off x="5943241" y="5257079"/>
            <a:ext cx="889988" cy="3333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Reserv</a:t>
            </a:r>
            <a:r>
              <a:rPr lang="fr-FR" sz="1100" u="sng" dirty="0" smtClean="0">
                <a:solidFill>
                  <a:schemeClr val="tx1"/>
                </a:solidFill>
              </a:rPr>
              <a:t> 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60" name="Connecteur droit 159"/>
          <p:cNvCxnSpPr>
            <a:stCxn id="676" idx="1"/>
            <a:endCxn id="161" idx="2"/>
          </p:cNvCxnSpPr>
          <p:nvPr/>
        </p:nvCxnSpPr>
        <p:spPr>
          <a:xfrm flipH="1">
            <a:off x="6866" y="4914900"/>
            <a:ext cx="678934" cy="439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Ellipse 160"/>
          <p:cNvSpPr/>
          <p:nvPr/>
        </p:nvSpPr>
        <p:spPr>
          <a:xfrm>
            <a:off x="6866" y="5224542"/>
            <a:ext cx="1230094" cy="2592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Calibration date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63" name="Connecteur droit 162"/>
          <p:cNvCxnSpPr>
            <a:stCxn id="684" idx="3"/>
            <a:endCxn id="164" idx="2"/>
          </p:cNvCxnSpPr>
          <p:nvPr/>
        </p:nvCxnSpPr>
        <p:spPr>
          <a:xfrm flipV="1">
            <a:off x="1371600" y="1362627"/>
            <a:ext cx="142478" cy="357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Ellipse 163"/>
          <p:cNvSpPr/>
          <p:nvPr/>
        </p:nvSpPr>
        <p:spPr>
          <a:xfrm>
            <a:off x="1514078" y="1234911"/>
            <a:ext cx="1398517" cy="2554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Consumable 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67" name="Connecteur droit 166"/>
          <p:cNvCxnSpPr>
            <a:stCxn id="627" idx="0"/>
            <a:endCxn id="168" idx="4"/>
          </p:cNvCxnSpPr>
          <p:nvPr/>
        </p:nvCxnSpPr>
        <p:spPr>
          <a:xfrm flipV="1">
            <a:off x="1600380" y="1915365"/>
            <a:ext cx="351250" cy="153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lipse 167"/>
          <p:cNvSpPr/>
          <p:nvPr/>
        </p:nvSpPr>
        <p:spPr>
          <a:xfrm>
            <a:off x="1446350" y="1582353"/>
            <a:ext cx="1010560" cy="3330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smtClean="0">
                <a:solidFill>
                  <a:schemeClr val="tx1"/>
                </a:solidFill>
              </a:rPr>
              <a:t>Supplier 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73" name="Connecteur droit 172"/>
          <p:cNvCxnSpPr>
            <a:stCxn id="697" idx="0"/>
            <a:endCxn id="174" idx="4"/>
          </p:cNvCxnSpPr>
          <p:nvPr/>
        </p:nvCxnSpPr>
        <p:spPr>
          <a:xfrm flipH="1" flipV="1">
            <a:off x="845853" y="724209"/>
            <a:ext cx="68187" cy="1797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Ellipse 173"/>
          <p:cNvSpPr/>
          <p:nvPr/>
        </p:nvSpPr>
        <p:spPr>
          <a:xfrm>
            <a:off x="439796" y="293511"/>
            <a:ext cx="812114" cy="43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Qtty</a:t>
            </a:r>
            <a:r>
              <a:rPr lang="fr-FR" sz="1100" u="sng" dirty="0" smtClean="0">
                <a:solidFill>
                  <a:schemeClr val="tx1"/>
                </a:solidFill>
              </a:rPr>
              <a:t> </a:t>
            </a:r>
            <a:r>
              <a:rPr lang="fr-FR" sz="1100" u="sng" dirty="0" err="1" smtClean="0">
                <a:solidFill>
                  <a:schemeClr val="tx1"/>
                </a:solidFill>
              </a:rPr>
              <a:t>used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cxnSp>
        <p:nvCxnSpPr>
          <p:cNvPr id="179" name="Connecteur droit 178"/>
          <p:cNvCxnSpPr>
            <a:stCxn id="691" idx="0"/>
            <a:endCxn id="180" idx="2"/>
          </p:cNvCxnSpPr>
          <p:nvPr/>
        </p:nvCxnSpPr>
        <p:spPr>
          <a:xfrm flipV="1">
            <a:off x="1029060" y="3202694"/>
            <a:ext cx="113846" cy="454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79"/>
          <p:cNvSpPr/>
          <p:nvPr/>
        </p:nvSpPr>
        <p:spPr>
          <a:xfrm>
            <a:off x="1142906" y="3065107"/>
            <a:ext cx="676374" cy="2751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qtty</a:t>
            </a:r>
            <a:endParaRPr lang="fr-FR" sz="11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2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7556" y="1747783"/>
            <a:ext cx="9070920" cy="670680"/>
          </a:xfrm>
        </p:spPr>
        <p:txBody>
          <a:bodyPr/>
          <a:lstStyle/>
          <a:p>
            <a:r>
              <a:rPr lang="fr-FR" dirty="0" err="1" smtClean="0"/>
              <a:t>Attributes</a:t>
            </a:r>
            <a:r>
              <a:rPr lang="fr-FR" dirty="0" smtClean="0"/>
              <a:t> for </a:t>
            </a:r>
            <a:r>
              <a:rPr lang="fr-FR" dirty="0" err="1" smtClean="0"/>
              <a:t>entities</a:t>
            </a:r>
            <a:r>
              <a:rPr lang="fr-FR" dirty="0"/>
              <a:t> </a:t>
            </a:r>
            <a:r>
              <a:rPr lang="fr-FR" dirty="0" smtClean="0"/>
              <a:t>&amp; </a:t>
            </a:r>
            <a:r>
              <a:rPr lang="fr-FR" dirty="0" err="1" smtClean="0"/>
              <a:t>relationships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440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Rectangle 698"/>
          <p:cNvSpPr/>
          <p:nvPr/>
        </p:nvSpPr>
        <p:spPr>
          <a:xfrm>
            <a:off x="1371600" y="2743200"/>
            <a:ext cx="13708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699"/>
          <p:cNvSpPr/>
          <p:nvPr/>
        </p:nvSpPr>
        <p:spPr>
          <a:xfrm>
            <a:off x="4114800" y="1371600"/>
            <a:ext cx="13708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700"/>
          <p:cNvSpPr/>
          <p:nvPr/>
        </p:nvSpPr>
        <p:spPr>
          <a:xfrm>
            <a:off x="5715000" y="2971800"/>
            <a:ext cx="13708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2" name="Connecteur droit avec flèche 701"/>
          <p:cNvCxnSpPr>
            <a:stCxn id="699" idx="1"/>
            <a:endCxn id="703" idx="0"/>
          </p:cNvCxnSpPr>
          <p:nvPr/>
        </p:nvCxnSpPr>
        <p:spPr>
          <a:xfrm flipH="1">
            <a:off x="941400" y="2971440"/>
            <a:ext cx="430560" cy="7416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03" name="Ellipse 702"/>
          <p:cNvSpPr/>
          <p:nvPr/>
        </p:nvSpPr>
        <p:spPr>
          <a:xfrm>
            <a:off x="255960" y="371268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4" name="Connecteur droit avec flèche 703"/>
          <p:cNvCxnSpPr>
            <a:endCxn id="705" idx="5"/>
          </p:cNvCxnSpPr>
          <p:nvPr/>
        </p:nvCxnSpPr>
        <p:spPr>
          <a:xfrm flipH="1" flipV="1">
            <a:off x="2541960" y="828360"/>
            <a:ext cx="1573920" cy="772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05" name="Ellipse 704"/>
          <p:cNvSpPr/>
          <p:nvPr/>
        </p:nvSpPr>
        <p:spPr>
          <a:xfrm>
            <a:off x="1371600" y="32904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Last_name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6" name="Connecteur droit avec flèche 705"/>
          <p:cNvCxnSpPr>
            <a:stCxn id="700" idx="0"/>
            <a:endCxn id="707" idx="5"/>
          </p:cNvCxnSpPr>
          <p:nvPr/>
        </p:nvCxnSpPr>
        <p:spPr>
          <a:xfrm flipH="1" flipV="1">
            <a:off x="4142160" y="727920"/>
            <a:ext cx="658440" cy="644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07" name="Ellipse 706"/>
          <p:cNvSpPr/>
          <p:nvPr/>
        </p:nvSpPr>
        <p:spPr>
          <a:xfrm>
            <a:off x="2971800" y="22860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8" name="Connecteur droit avec flèche 707"/>
          <p:cNvCxnSpPr>
            <a:endCxn id="709" idx="5"/>
          </p:cNvCxnSpPr>
          <p:nvPr/>
        </p:nvCxnSpPr>
        <p:spPr>
          <a:xfrm flipV="1">
            <a:off x="4800600" y="642240"/>
            <a:ext cx="942120" cy="730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09" name="Ellipse 708"/>
          <p:cNvSpPr/>
          <p:nvPr/>
        </p:nvSpPr>
        <p:spPr>
          <a:xfrm>
            <a:off x="4572000" y="14292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Affiliation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0" name="Connecteur droit avec flèche 709"/>
          <p:cNvCxnSpPr>
            <a:stCxn id="708" idx="2"/>
            <a:endCxn id="711" idx="5"/>
          </p:cNvCxnSpPr>
          <p:nvPr/>
        </p:nvCxnSpPr>
        <p:spPr>
          <a:xfrm flipV="1">
            <a:off x="4800600" y="742680"/>
            <a:ext cx="2542320" cy="6300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11" name="Ellipse 710"/>
          <p:cNvSpPr/>
          <p:nvPr/>
        </p:nvSpPr>
        <p:spPr>
          <a:xfrm>
            <a:off x="6172200" y="24336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2" name="Connecteur droit avec flèche 711"/>
          <p:cNvCxnSpPr>
            <a:endCxn id="713" idx="5"/>
          </p:cNvCxnSpPr>
          <p:nvPr/>
        </p:nvCxnSpPr>
        <p:spPr>
          <a:xfrm flipV="1">
            <a:off x="5486400" y="956520"/>
            <a:ext cx="3228120" cy="644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13" name="Ellipse 712"/>
          <p:cNvSpPr/>
          <p:nvPr/>
        </p:nvSpPr>
        <p:spPr>
          <a:xfrm>
            <a:off x="7543800" y="45720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Start_date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4" name="Connecteur droit avec flèche 713"/>
          <p:cNvCxnSpPr>
            <a:endCxn id="715" idx="5"/>
          </p:cNvCxnSpPr>
          <p:nvPr/>
        </p:nvCxnSpPr>
        <p:spPr>
          <a:xfrm>
            <a:off x="5486400" y="1600200"/>
            <a:ext cx="3228120" cy="142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15" name="Ellipse 714"/>
          <p:cNvSpPr/>
          <p:nvPr/>
        </p:nvSpPr>
        <p:spPr>
          <a:xfrm>
            <a:off x="7543800" y="124344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dash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End_date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6" name="Connecteur droit avec flèche 715"/>
          <p:cNvCxnSpPr>
            <a:stCxn id="717" idx="0"/>
            <a:endCxn id="700" idx="2"/>
          </p:cNvCxnSpPr>
          <p:nvPr/>
        </p:nvCxnSpPr>
        <p:spPr>
          <a:xfrm flipV="1">
            <a:off x="4800240" y="1828080"/>
            <a:ext cx="360" cy="686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717" name="Triangle isocèle 716"/>
          <p:cNvSpPr/>
          <p:nvPr/>
        </p:nvSpPr>
        <p:spPr>
          <a:xfrm>
            <a:off x="4343400" y="2514600"/>
            <a:ext cx="913680" cy="4564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8" name="Connecteur en angle 717"/>
          <p:cNvCxnSpPr>
            <a:stCxn id="717" idx="2"/>
            <a:endCxn id="699" idx="0"/>
          </p:cNvCxnSpPr>
          <p:nvPr/>
        </p:nvCxnSpPr>
        <p:spPr>
          <a:xfrm rot="16200000" flipV="1">
            <a:off x="3086280" y="1713600"/>
            <a:ext cx="228240" cy="2286720"/>
          </a:xfrm>
          <a:prstGeom prst="bentConnector5">
            <a:avLst>
              <a:gd name="adj1" fmla="val -315"/>
              <a:gd name="adj2" fmla="val 34986"/>
              <a:gd name="adj3" fmla="val 100000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719" name="Connecteur droit avec flèche 718"/>
          <p:cNvCxnSpPr>
            <a:stCxn id="717" idx="4"/>
            <a:endCxn id="701" idx="1"/>
          </p:cNvCxnSpPr>
          <p:nvPr/>
        </p:nvCxnSpPr>
        <p:spPr>
          <a:xfrm>
            <a:off x="5257080" y="2971080"/>
            <a:ext cx="4582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20" name="Triangle isocèle 719"/>
          <p:cNvSpPr/>
          <p:nvPr/>
        </p:nvSpPr>
        <p:spPr>
          <a:xfrm>
            <a:off x="6172200" y="3886200"/>
            <a:ext cx="913680" cy="4564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1" name="Connecteur droit avec flèche 720"/>
          <p:cNvCxnSpPr>
            <a:stCxn id="720" idx="0"/>
            <a:endCxn id="701" idx="2"/>
          </p:cNvCxnSpPr>
          <p:nvPr/>
        </p:nvCxnSpPr>
        <p:spPr>
          <a:xfrm flipH="1" flipV="1">
            <a:off x="6400440" y="3428280"/>
            <a:ext cx="2289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22" name="Rectangle 721"/>
          <p:cNvSpPr/>
          <p:nvPr/>
        </p:nvSpPr>
        <p:spPr>
          <a:xfrm>
            <a:off x="4503960" y="4631760"/>
            <a:ext cx="13708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3" name="Connecteur droit avec flèche 722"/>
          <p:cNvCxnSpPr>
            <a:stCxn id="720" idx="2"/>
            <a:endCxn id="722" idx="0"/>
          </p:cNvCxnSpPr>
          <p:nvPr/>
        </p:nvCxnSpPr>
        <p:spPr>
          <a:xfrm flipH="1">
            <a:off x="5189400" y="4342680"/>
            <a:ext cx="983160" cy="289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24" name="Rectangle 723"/>
          <p:cNvSpPr/>
          <p:nvPr/>
        </p:nvSpPr>
        <p:spPr>
          <a:xfrm>
            <a:off x="6789960" y="4631760"/>
            <a:ext cx="1370880" cy="456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5" name="Connecteur droit avec flèche 724"/>
          <p:cNvCxnSpPr>
            <a:stCxn id="720" idx="4"/>
            <a:endCxn id="724" idx="0"/>
          </p:cNvCxnSpPr>
          <p:nvPr/>
        </p:nvCxnSpPr>
        <p:spPr>
          <a:xfrm>
            <a:off x="7085880" y="4342680"/>
            <a:ext cx="389880" cy="289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26" name="Losange 725"/>
          <p:cNvSpPr/>
          <p:nvPr/>
        </p:nvSpPr>
        <p:spPr>
          <a:xfrm>
            <a:off x="7772400" y="2743200"/>
            <a:ext cx="1599480" cy="6850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7" name="Connecteur droit avec flèche 726"/>
          <p:cNvCxnSpPr>
            <a:stCxn id="701" idx="3"/>
            <a:endCxn id="726" idx="1"/>
          </p:cNvCxnSpPr>
          <p:nvPr/>
        </p:nvCxnSpPr>
        <p:spPr>
          <a:xfrm flipV="1">
            <a:off x="7085880" y="3085920"/>
            <a:ext cx="686880" cy="1144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28" name="Connecteur en arc 727"/>
          <p:cNvCxnSpPr>
            <a:stCxn id="726" idx="2"/>
            <a:endCxn id="726" idx="3"/>
          </p:cNvCxnSpPr>
          <p:nvPr/>
        </p:nvCxnSpPr>
        <p:spPr>
          <a:xfrm rot="5400000" flipH="1" flipV="1">
            <a:off x="8800560" y="2857320"/>
            <a:ext cx="342720" cy="799920"/>
          </a:xfrm>
          <a:prstGeom prst="curvedConnector4">
            <a:avLst>
              <a:gd name="adj1" fmla="val -63932"/>
              <a:gd name="adj2" fmla="val 125574"/>
            </a:avLst>
          </a:prstGeom>
          <a:ln w="3816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29" name="Connecteur droit avec flèche 728"/>
          <p:cNvCxnSpPr>
            <a:stCxn id="701" idx="0"/>
            <a:endCxn id="730" idx="4"/>
          </p:cNvCxnSpPr>
          <p:nvPr/>
        </p:nvCxnSpPr>
        <p:spPr>
          <a:xfrm flipH="1" flipV="1">
            <a:off x="5714640" y="2513880"/>
            <a:ext cx="6861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30" name="Ellipse 729"/>
          <p:cNvSpPr/>
          <p:nvPr/>
        </p:nvSpPr>
        <p:spPr>
          <a:xfrm>
            <a:off x="5029200" y="192924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1" name="Connecteur droit avec flèche 730"/>
          <p:cNvCxnSpPr>
            <a:stCxn id="701" idx="0"/>
            <a:endCxn id="732" idx="4"/>
          </p:cNvCxnSpPr>
          <p:nvPr/>
        </p:nvCxnSpPr>
        <p:spPr>
          <a:xfrm flipV="1">
            <a:off x="6400440" y="2513880"/>
            <a:ext cx="9147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32" name="Ellipse 731"/>
          <p:cNvSpPr/>
          <p:nvPr/>
        </p:nvSpPr>
        <p:spPr>
          <a:xfrm>
            <a:off x="6629400" y="192924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Office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3" name="Connecteur droit avec flèche 732"/>
          <p:cNvCxnSpPr>
            <a:stCxn id="701" idx="0"/>
            <a:endCxn id="734" idx="4"/>
          </p:cNvCxnSpPr>
          <p:nvPr/>
        </p:nvCxnSpPr>
        <p:spPr>
          <a:xfrm flipV="1">
            <a:off x="6400440" y="2513880"/>
            <a:ext cx="2514960" cy="458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34" name="Ellipse 733"/>
          <p:cNvSpPr/>
          <p:nvPr/>
        </p:nvSpPr>
        <p:spPr>
          <a:xfrm>
            <a:off x="8229600" y="192924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Position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Losange 734"/>
          <p:cNvSpPr/>
          <p:nvPr/>
        </p:nvSpPr>
        <p:spPr>
          <a:xfrm>
            <a:off x="2057400" y="4114800"/>
            <a:ext cx="2056680" cy="6850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6" name="Connecteur droit avec flèche 735"/>
          <p:cNvCxnSpPr>
            <a:stCxn id="699" idx="2"/>
            <a:endCxn id="735" idx="1"/>
          </p:cNvCxnSpPr>
          <p:nvPr/>
        </p:nvCxnSpPr>
        <p:spPr>
          <a:xfrm>
            <a:off x="2057040" y="3199680"/>
            <a:ext cx="720" cy="125820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737" name="Connecteur en arc 736"/>
          <p:cNvCxnSpPr>
            <a:stCxn id="735" idx="3"/>
            <a:endCxn id="722" idx="1"/>
          </p:cNvCxnSpPr>
          <p:nvPr/>
        </p:nvCxnSpPr>
        <p:spPr>
          <a:xfrm>
            <a:off x="4114080" y="4457520"/>
            <a:ext cx="390240" cy="402840"/>
          </a:xfrm>
          <a:prstGeom prst="curvedConnector3">
            <a:avLst>
              <a:gd name="adj1" fmla="val 25115"/>
            </a:avLst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738" name="Connecteur droit avec flèche 737"/>
          <p:cNvCxnSpPr>
            <a:endCxn id="739" idx="5"/>
          </p:cNvCxnSpPr>
          <p:nvPr/>
        </p:nvCxnSpPr>
        <p:spPr>
          <a:xfrm flipH="1">
            <a:off x="2084760" y="1600200"/>
            <a:ext cx="2031120" cy="42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39" name="Ellipse 738"/>
          <p:cNvSpPr/>
          <p:nvPr/>
        </p:nvSpPr>
        <p:spPr>
          <a:xfrm>
            <a:off x="914400" y="1143000"/>
            <a:ext cx="1370880" cy="584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First_name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Rectangle 739"/>
          <p:cNvSpPr/>
          <p:nvPr/>
        </p:nvSpPr>
        <p:spPr>
          <a:xfrm>
            <a:off x="3600000" y="1620000"/>
            <a:ext cx="2159280" cy="5032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Rectangle 740"/>
          <p:cNvSpPr/>
          <p:nvPr/>
        </p:nvSpPr>
        <p:spPr>
          <a:xfrm>
            <a:off x="1760400" y="4368600"/>
            <a:ext cx="1439280" cy="4312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ectangle 741"/>
          <p:cNvSpPr/>
          <p:nvPr/>
        </p:nvSpPr>
        <p:spPr>
          <a:xfrm>
            <a:off x="6172200" y="4114800"/>
            <a:ext cx="1439280" cy="4312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3520" tIns="38520" rIns="83520" bIns="385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Ellipse 742"/>
          <p:cNvSpPr/>
          <p:nvPr/>
        </p:nvSpPr>
        <p:spPr>
          <a:xfrm>
            <a:off x="1260000" y="648000"/>
            <a:ext cx="935280" cy="39528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lab_id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Ellipse 743"/>
          <p:cNvSpPr/>
          <p:nvPr/>
        </p:nvSpPr>
        <p:spPr>
          <a:xfrm>
            <a:off x="2700000" y="468000"/>
            <a:ext cx="863280" cy="39528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Ellipse 744"/>
          <p:cNvSpPr/>
          <p:nvPr/>
        </p:nvSpPr>
        <p:spPr>
          <a:xfrm>
            <a:off x="4248000" y="396000"/>
            <a:ext cx="935280" cy="39528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building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Ellipse 745"/>
          <p:cNvSpPr/>
          <p:nvPr/>
        </p:nvSpPr>
        <p:spPr>
          <a:xfrm>
            <a:off x="5760000" y="468000"/>
            <a:ext cx="935280" cy="39528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room_no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Ellipse 746"/>
          <p:cNvSpPr/>
          <p:nvPr/>
        </p:nvSpPr>
        <p:spPr>
          <a:xfrm>
            <a:off x="7200000" y="648000"/>
            <a:ext cx="1007280" cy="39528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ctr" anchorCtr="1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discipline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Connecteur droit 747"/>
          <p:cNvSpPr/>
          <p:nvPr/>
        </p:nvSpPr>
        <p:spPr>
          <a:xfrm>
            <a:off x="1728000" y="1044000"/>
            <a:ext cx="2412000" cy="57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Connecteur droit 748"/>
          <p:cNvSpPr/>
          <p:nvPr/>
        </p:nvSpPr>
        <p:spPr>
          <a:xfrm>
            <a:off x="3132000" y="864000"/>
            <a:ext cx="1368000" cy="75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Connecteur droit 749"/>
          <p:cNvSpPr/>
          <p:nvPr/>
        </p:nvSpPr>
        <p:spPr>
          <a:xfrm>
            <a:off x="4716000" y="792000"/>
            <a:ext cx="360" cy="828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3120" rIns="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Connecteur droit 750"/>
          <p:cNvSpPr/>
          <p:nvPr/>
        </p:nvSpPr>
        <p:spPr>
          <a:xfrm flipH="1">
            <a:off x="4968000" y="864000"/>
            <a:ext cx="1260000" cy="75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Connecteur droit 751"/>
          <p:cNvSpPr/>
          <p:nvPr/>
        </p:nvSpPr>
        <p:spPr>
          <a:xfrm flipH="1">
            <a:off x="5328000" y="1044000"/>
            <a:ext cx="2376000" cy="57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Losange 752"/>
          <p:cNvSpPr/>
          <p:nvPr/>
        </p:nvSpPr>
        <p:spPr>
          <a:xfrm>
            <a:off x="457200" y="3168720"/>
            <a:ext cx="2285280" cy="513000"/>
          </a:xfrm>
          <a:prstGeom prst="diamond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Connecteur droit 753"/>
          <p:cNvSpPr/>
          <p:nvPr/>
        </p:nvSpPr>
        <p:spPr>
          <a:xfrm flipH="1">
            <a:off x="1600200" y="2124000"/>
            <a:ext cx="2539800" cy="1044720"/>
          </a:xfrm>
          <a:prstGeom prst="line">
            <a:avLst/>
          </a:prstGeom>
          <a:ln w="43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520" tIns="47520" rIns="92520" bIns="475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Connecteur droit 754"/>
          <p:cNvSpPr/>
          <p:nvPr/>
        </p:nvSpPr>
        <p:spPr>
          <a:xfrm>
            <a:off x="1600200" y="3657600"/>
            <a:ext cx="914400" cy="6858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Losange 755"/>
          <p:cNvSpPr/>
          <p:nvPr/>
        </p:nvSpPr>
        <p:spPr>
          <a:xfrm>
            <a:off x="6438600" y="2971800"/>
            <a:ext cx="1333080" cy="512640"/>
          </a:xfrm>
          <a:prstGeom prst="diamond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Connecteur droit 756"/>
          <p:cNvSpPr/>
          <p:nvPr/>
        </p:nvSpPr>
        <p:spPr>
          <a:xfrm flipH="1" flipV="1">
            <a:off x="5760000" y="2124000"/>
            <a:ext cx="1326600" cy="8478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Connecteur droit 757"/>
          <p:cNvSpPr/>
          <p:nvPr/>
        </p:nvSpPr>
        <p:spPr>
          <a:xfrm flipH="1">
            <a:off x="6858000" y="3460680"/>
            <a:ext cx="228600" cy="65412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Losange 758"/>
          <p:cNvSpPr/>
          <p:nvPr/>
        </p:nvSpPr>
        <p:spPr>
          <a:xfrm>
            <a:off x="3200400" y="3200400"/>
            <a:ext cx="2742480" cy="511920"/>
          </a:xfrm>
          <a:prstGeom prst="diamond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36720" rIns="81720" bIns="36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Connecteur droit 759"/>
          <p:cNvSpPr/>
          <p:nvPr/>
        </p:nvSpPr>
        <p:spPr>
          <a:xfrm flipV="1">
            <a:off x="4572000" y="2124000"/>
            <a:ext cx="228600" cy="1076400"/>
          </a:xfrm>
          <a:prstGeom prst="line">
            <a:avLst/>
          </a:prstGeom>
          <a:ln w="43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520" tIns="47520" rIns="92520" bIns="475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Connecteur droit 760"/>
          <p:cNvSpPr/>
          <p:nvPr/>
        </p:nvSpPr>
        <p:spPr>
          <a:xfrm flipH="1">
            <a:off x="2514600" y="3689640"/>
            <a:ext cx="2057400" cy="65376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8120" tIns="33120" rIns="78120" bIns="3312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Rectangle 10"/>
          <p:cNvSpPr/>
          <p:nvPr/>
        </p:nvSpPr>
        <p:spPr>
          <a:xfrm>
            <a:off x="1191960" y="56664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3" name="Straight Arrow Connector 12"/>
          <p:cNvCxnSpPr>
            <a:stCxn id="762" idx="2"/>
            <a:endCxn id="764" idx="0"/>
          </p:cNvCxnSpPr>
          <p:nvPr/>
        </p:nvCxnSpPr>
        <p:spPr>
          <a:xfrm flipH="1">
            <a:off x="528840" y="1074960"/>
            <a:ext cx="1154880" cy="12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65" name="Straight Arrow Connector 14"/>
          <p:cNvCxnSpPr>
            <a:stCxn id="762" idx="3"/>
            <a:endCxn id="766" idx="2"/>
          </p:cNvCxnSpPr>
          <p:nvPr/>
        </p:nvCxnSpPr>
        <p:spPr>
          <a:xfrm flipV="1">
            <a:off x="2174400" y="747720"/>
            <a:ext cx="446040" cy="73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67" name="Straight Arrow Connector 16"/>
          <p:cNvCxnSpPr>
            <a:stCxn id="762" idx="1"/>
            <a:endCxn id="768" idx="7"/>
          </p:cNvCxnSpPr>
          <p:nvPr/>
        </p:nvCxnSpPr>
        <p:spPr>
          <a:xfrm flipH="1" flipV="1">
            <a:off x="779400" y="240120"/>
            <a:ext cx="412920" cy="581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69" name="Straight Arrow Connector 25"/>
          <p:cNvCxnSpPr>
            <a:stCxn id="770" idx="2"/>
            <a:endCxn id="771" idx="3"/>
          </p:cNvCxnSpPr>
          <p:nvPr/>
        </p:nvCxnSpPr>
        <p:spPr>
          <a:xfrm flipH="1">
            <a:off x="4143240" y="421560"/>
            <a:ext cx="596520" cy="1431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764" name="Oval 5"/>
          <p:cNvSpPr/>
          <p:nvPr/>
        </p:nvSpPr>
        <p:spPr>
          <a:xfrm>
            <a:off x="98640" y="108684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2" name="Straight Arrow Connector 43"/>
          <p:cNvCxnSpPr>
            <a:endCxn id="762" idx="3"/>
          </p:cNvCxnSpPr>
          <p:nvPr/>
        </p:nvCxnSpPr>
        <p:spPr>
          <a:xfrm flipH="1">
            <a:off x="2174400" y="732600"/>
            <a:ext cx="678960" cy="885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773" name="Straight Arrow Connector 48"/>
          <p:cNvCxnSpPr/>
          <p:nvPr/>
        </p:nvCxnSpPr>
        <p:spPr>
          <a:xfrm>
            <a:off x="3097440" y="1165680"/>
            <a:ext cx="1360800" cy="11520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774" name="Straight Arrow Connector 52"/>
          <p:cNvCxnSpPr>
            <a:stCxn id="762" idx="3"/>
            <a:endCxn id="775" idx="2"/>
          </p:cNvCxnSpPr>
          <p:nvPr/>
        </p:nvCxnSpPr>
        <p:spPr>
          <a:xfrm>
            <a:off x="2174400" y="820800"/>
            <a:ext cx="265680" cy="4766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775" name="Oval 60"/>
          <p:cNvSpPr/>
          <p:nvPr/>
        </p:nvSpPr>
        <p:spPr>
          <a:xfrm>
            <a:off x="2439720" y="1125360"/>
            <a:ext cx="1009080" cy="3430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Oval 65"/>
          <p:cNvSpPr/>
          <p:nvPr/>
        </p:nvSpPr>
        <p:spPr>
          <a:xfrm>
            <a:off x="1641240" y="41400"/>
            <a:ext cx="860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Title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Oval 66"/>
          <p:cNvSpPr/>
          <p:nvPr/>
        </p:nvSpPr>
        <p:spPr>
          <a:xfrm>
            <a:off x="45000" y="16740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Oval 67"/>
          <p:cNvSpPr/>
          <p:nvPr/>
        </p:nvSpPr>
        <p:spPr>
          <a:xfrm>
            <a:off x="2620080" y="493560"/>
            <a:ext cx="1059840" cy="508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7" name="Straight Arrow Connector 69"/>
          <p:cNvCxnSpPr>
            <a:stCxn id="762" idx="0"/>
            <a:endCxn id="776" idx="2"/>
          </p:cNvCxnSpPr>
          <p:nvPr/>
        </p:nvCxnSpPr>
        <p:spPr>
          <a:xfrm flipH="1" flipV="1">
            <a:off x="1641240" y="245160"/>
            <a:ext cx="42480" cy="3218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778" name="Connector: Elbow 143"/>
          <p:cNvCxnSpPr>
            <a:stCxn id="762" idx="2"/>
            <a:endCxn id="771" idx="1"/>
          </p:cNvCxnSpPr>
          <p:nvPr/>
        </p:nvCxnSpPr>
        <p:spPr>
          <a:xfrm rot="16200000" flipH="1">
            <a:off x="1739880" y="1018080"/>
            <a:ext cx="778320" cy="89136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771" name="Diamond 167"/>
          <p:cNvSpPr/>
          <p:nvPr/>
        </p:nvSpPr>
        <p:spPr>
          <a:xfrm>
            <a:off x="2574360" y="1564560"/>
            <a:ext cx="1568880" cy="576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2"/>
          <p:cNvSpPr/>
          <p:nvPr/>
        </p:nvSpPr>
        <p:spPr>
          <a:xfrm>
            <a:off x="4114800" y="41400"/>
            <a:ext cx="1248840" cy="3801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Rectangle 1"/>
          <p:cNvSpPr/>
          <p:nvPr/>
        </p:nvSpPr>
        <p:spPr>
          <a:xfrm>
            <a:off x="1191960" y="56664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0" name="Straight Arrow Connector 12"/>
          <p:cNvCxnSpPr>
            <a:stCxn id="779" idx="2"/>
            <a:endCxn id="781" idx="0"/>
          </p:cNvCxnSpPr>
          <p:nvPr/>
        </p:nvCxnSpPr>
        <p:spPr>
          <a:xfrm flipH="1">
            <a:off x="528840" y="1074960"/>
            <a:ext cx="1154880" cy="12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82" name="Straight Arrow Connector 14"/>
          <p:cNvCxnSpPr>
            <a:stCxn id="779" idx="3"/>
            <a:endCxn id="783" idx="2"/>
          </p:cNvCxnSpPr>
          <p:nvPr/>
        </p:nvCxnSpPr>
        <p:spPr>
          <a:xfrm flipV="1">
            <a:off x="2174400" y="747720"/>
            <a:ext cx="446040" cy="73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84" name="Straight Arrow Connector 16"/>
          <p:cNvCxnSpPr>
            <a:stCxn id="779" idx="1"/>
            <a:endCxn id="785" idx="7"/>
          </p:cNvCxnSpPr>
          <p:nvPr/>
        </p:nvCxnSpPr>
        <p:spPr>
          <a:xfrm flipH="1" flipV="1">
            <a:off x="779400" y="240120"/>
            <a:ext cx="412920" cy="581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86" name="Straight Arrow Connector 25"/>
          <p:cNvCxnSpPr>
            <a:stCxn id="787" idx="2"/>
            <a:endCxn id="788" idx="3"/>
          </p:cNvCxnSpPr>
          <p:nvPr/>
        </p:nvCxnSpPr>
        <p:spPr>
          <a:xfrm flipH="1">
            <a:off x="4143240" y="421560"/>
            <a:ext cx="596520" cy="1431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781" name="Oval 5"/>
          <p:cNvSpPr/>
          <p:nvPr/>
        </p:nvSpPr>
        <p:spPr>
          <a:xfrm>
            <a:off x="98640" y="108684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9" name="Straight Arrow Connector 43"/>
          <p:cNvCxnSpPr>
            <a:endCxn id="779" idx="3"/>
          </p:cNvCxnSpPr>
          <p:nvPr/>
        </p:nvCxnSpPr>
        <p:spPr>
          <a:xfrm flipH="1">
            <a:off x="2174400" y="732600"/>
            <a:ext cx="678960" cy="885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790" name="Straight Arrow Connector 48"/>
          <p:cNvCxnSpPr/>
          <p:nvPr/>
        </p:nvCxnSpPr>
        <p:spPr>
          <a:xfrm>
            <a:off x="3097440" y="1165680"/>
            <a:ext cx="1360800" cy="11520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791" name="Straight Arrow Connector 52"/>
          <p:cNvCxnSpPr>
            <a:stCxn id="779" idx="3"/>
            <a:endCxn id="792" idx="2"/>
          </p:cNvCxnSpPr>
          <p:nvPr/>
        </p:nvCxnSpPr>
        <p:spPr>
          <a:xfrm>
            <a:off x="2174400" y="820800"/>
            <a:ext cx="265680" cy="476640"/>
          </a:xfrm>
          <a:prstGeom prst="straightConnector1">
            <a:avLst/>
          </a:prstGeom>
          <a:ln w="0">
            <a:solidFill>
              <a:srgbClr val="000000"/>
            </a:solidFill>
            <a:tailEnd type="arrow" w="med" len="med"/>
          </a:ln>
        </p:spPr>
      </p:cxnSp>
      <p:sp>
        <p:nvSpPr>
          <p:cNvPr id="792" name="Oval 60"/>
          <p:cNvSpPr/>
          <p:nvPr/>
        </p:nvSpPr>
        <p:spPr>
          <a:xfrm>
            <a:off x="2439720" y="1125360"/>
            <a:ext cx="1009080" cy="3430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Oval 65"/>
          <p:cNvSpPr/>
          <p:nvPr/>
        </p:nvSpPr>
        <p:spPr>
          <a:xfrm>
            <a:off x="1641240" y="41400"/>
            <a:ext cx="860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Title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Oval 66"/>
          <p:cNvSpPr/>
          <p:nvPr/>
        </p:nvSpPr>
        <p:spPr>
          <a:xfrm>
            <a:off x="45000" y="16740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Oval 67"/>
          <p:cNvSpPr/>
          <p:nvPr/>
        </p:nvSpPr>
        <p:spPr>
          <a:xfrm>
            <a:off x="2620080" y="493560"/>
            <a:ext cx="1074960" cy="508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4" name="Straight Arrow Connector 69"/>
          <p:cNvCxnSpPr>
            <a:stCxn id="779" idx="0"/>
            <a:endCxn id="793" idx="2"/>
          </p:cNvCxnSpPr>
          <p:nvPr/>
        </p:nvCxnSpPr>
        <p:spPr>
          <a:xfrm flipH="1" flipV="1">
            <a:off x="1641240" y="245160"/>
            <a:ext cx="42480" cy="3218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795" name="Connector: Elbow 143"/>
          <p:cNvCxnSpPr>
            <a:stCxn id="779" idx="2"/>
            <a:endCxn id="788" idx="1"/>
          </p:cNvCxnSpPr>
          <p:nvPr/>
        </p:nvCxnSpPr>
        <p:spPr>
          <a:xfrm rot="16200000" flipH="1">
            <a:off x="1739880" y="1018080"/>
            <a:ext cx="778320" cy="89136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788" name="Diamond 167"/>
          <p:cNvSpPr/>
          <p:nvPr/>
        </p:nvSpPr>
        <p:spPr>
          <a:xfrm>
            <a:off x="2574360" y="1564560"/>
            <a:ext cx="1568880" cy="576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Rectangle 5"/>
          <p:cNvSpPr/>
          <p:nvPr/>
        </p:nvSpPr>
        <p:spPr>
          <a:xfrm>
            <a:off x="4114800" y="41400"/>
            <a:ext cx="1248840" cy="3801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Arc 1"/>
          <p:cNvSpPr/>
          <p:nvPr/>
        </p:nvSpPr>
        <p:spPr>
          <a:xfrm>
            <a:off x="518040" y="2202120"/>
            <a:ext cx="1656000" cy="93672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7" name="Arc 2"/>
          <p:cNvSpPr/>
          <p:nvPr/>
        </p:nvSpPr>
        <p:spPr>
          <a:xfrm>
            <a:off x="906120" y="2400480"/>
            <a:ext cx="518040" cy="93672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98" name="Connector: Elbow 7"/>
          <p:cNvCxnSpPr/>
          <p:nvPr/>
        </p:nvCxnSpPr>
        <p:spPr>
          <a:xfrm rot="5400000" flipH="1" flipV="1">
            <a:off x="58680" y="2245320"/>
            <a:ext cx="1249560" cy="1163160"/>
          </a:xfrm>
          <a:prstGeom prst="bentConnector3">
            <a:avLst>
              <a:gd name="adj1" fmla="val 49971"/>
            </a:avLst>
          </a:prstGeom>
          <a:ln w="0">
            <a:noFill/>
          </a:ln>
        </p:spPr>
      </p:cxnSp>
      <p:sp>
        <p:nvSpPr>
          <p:cNvPr id="799" name="Arc 30"/>
          <p:cNvSpPr/>
          <p:nvPr/>
        </p:nvSpPr>
        <p:spPr>
          <a:xfrm>
            <a:off x="4635720" y="1661040"/>
            <a:ext cx="1807560" cy="1934640"/>
          </a:xfrm>
          <a:prstGeom prst="arc">
            <a:avLst>
              <a:gd name="adj1" fmla="val 10354116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00" name="Connector: Elbow 1"/>
          <p:cNvCxnSpPr>
            <a:stCxn id="779" idx="2"/>
            <a:endCxn id="801" idx="1"/>
          </p:cNvCxnSpPr>
          <p:nvPr/>
        </p:nvCxnSpPr>
        <p:spPr>
          <a:xfrm rot="16200000" flipH="1">
            <a:off x="1819440" y="938520"/>
            <a:ext cx="1624680" cy="189720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801" name="Diamond 38"/>
          <p:cNvSpPr/>
          <p:nvPr/>
        </p:nvSpPr>
        <p:spPr>
          <a:xfrm rot="58200">
            <a:off x="3579840" y="2494080"/>
            <a:ext cx="1068120" cy="427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2" name="Straight Arrow Connector 42"/>
          <p:cNvCxnSpPr>
            <a:stCxn id="787" idx="2"/>
            <a:endCxn id="801" idx="0"/>
          </p:cNvCxnSpPr>
          <p:nvPr/>
        </p:nvCxnSpPr>
        <p:spPr>
          <a:xfrm flipH="1">
            <a:off x="4118040" y="421560"/>
            <a:ext cx="621720" cy="20732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03" name="Rectangle 6"/>
          <p:cNvSpPr/>
          <p:nvPr/>
        </p:nvSpPr>
        <p:spPr>
          <a:xfrm>
            <a:off x="7502760" y="134424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4" name="Straight Arrow Connector 47"/>
          <p:cNvCxnSpPr>
            <a:stCxn id="803" idx="2"/>
            <a:endCxn id="805" idx="4"/>
          </p:cNvCxnSpPr>
          <p:nvPr/>
        </p:nvCxnSpPr>
        <p:spPr>
          <a:xfrm flipH="1">
            <a:off x="6753600" y="1852560"/>
            <a:ext cx="1240920" cy="26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06" name="Straight Arrow Connector 49"/>
          <p:cNvCxnSpPr>
            <a:stCxn id="803" idx="3"/>
            <a:endCxn id="807" idx="2"/>
          </p:cNvCxnSpPr>
          <p:nvPr/>
        </p:nvCxnSpPr>
        <p:spPr>
          <a:xfrm>
            <a:off x="8485200" y="1598400"/>
            <a:ext cx="450000" cy="191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08" name="Straight Arrow Connector 50"/>
          <p:cNvCxnSpPr>
            <a:stCxn id="803" idx="1"/>
            <a:endCxn id="809" idx="4"/>
          </p:cNvCxnSpPr>
          <p:nvPr/>
        </p:nvCxnSpPr>
        <p:spPr>
          <a:xfrm flipH="1" flipV="1">
            <a:off x="6866280" y="813600"/>
            <a:ext cx="636840" cy="785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10" name="Straight Arrow Connector 53"/>
          <p:cNvCxnSpPr>
            <a:stCxn id="803" idx="3"/>
            <a:endCxn id="811" idx="2"/>
          </p:cNvCxnSpPr>
          <p:nvPr/>
        </p:nvCxnSpPr>
        <p:spPr>
          <a:xfrm flipV="1">
            <a:off x="8485200" y="677160"/>
            <a:ext cx="403560" cy="92160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811" name="Oval 54"/>
          <p:cNvSpPr/>
          <p:nvPr/>
        </p:nvSpPr>
        <p:spPr>
          <a:xfrm>
            <a:off x="8888400" y="464400"/>
            <a:ext cx="1068480" cy="425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Granted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Oval 55"/>
          <p:cNvSpPr/>
          <p:nvPr/>
        </p:nvSpPr>
        <p:spPr>
          <a:xfrm>
            <a:off x="7521480" y="37692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Budgetary line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3" name="Straight Arrow Connector 56"/>
          <p:cNvCxnSpPr>
            <a:stCxn id="803" idx="0"/>
            <a:endCxn id="812" idx="4"/>
          </p:cNvCxnSpPr>
          <p:nvPr/>
        </p:nvCxnSpPr>
        <p:spPr>
          <a:xfrm flipV="1">
            <a:off x="7994160" y="784080"/>
            <a:ext cx="84960" cy="560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809" name="Oval 80"/>
          <p:cNvSpPr/>
          <p:nvPr/>
        </p:nvSpPr>
        <p:spPr>
          <a:xfrm rot="19613400">
            <a:off x="6197760" y="43884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Oval 88"/>
          <p:cNvSpPr/>
          <p:nvPr/>
        </p:nvSpPr>
        <p:spPr>
          <a:xfrm rot="20158200">
            <a:off x="6113520" y="172296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Oval 93"/>
          <p:cNvSpPr/>
          <p:nvPr/>
        </p:nvSpPr>
        <p:spPr>
          <a:xfrm>
            <a:off x="8934840" y="1586160"/>
            <a:ext cx="1067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Disbursed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4" name="Connector: Elbow 2"/>
          <p:cNvCxnSpPr>
            <a:stCxn id="801" idx="3"/>
            <a:endCxn id="803" idx="2"/>
          </p:cNvCxnSpPr>
          <p:nvPr/>
        </p:nvCxnSpPr>
        <p:spPr>
          <a:xfrm flipV="1">
            <a:off x="4648680" y="1852560"/>
            <a:ext cx="3345840" cy="86508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  <p:sp>
        <p:nvSpPr>
          <p:cNvPr id="815" name="Diamond 116"/>
          <p:cNvSpPr/>
          <p:nvPr/>
        </p:nvSpPr>
        <p:spPr>
          <a:xfrm rot="948000">
            <a:off x="5135040" y="972000"/>
            <a:ext cx="1422360" cy="3952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6" name="Straight Arrow Connector 118"/>
          <p:cNvCxnSpPr>
            <a:stCxn id="803" idx="1"/>
            <a:endCxn id="815" idx="3"/>
          </p:cNvCxnSpPr>
          <p:nvPr/>
        </p:nvCxnSpPr>
        <p:spPr>
          <a:xfrm flipH="1" flipV="1">
            <a:off x="6531120" y="1363320"/>
            <a:ext cx="972000" cy="235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817" name="Connector: Elbow 3"/>
          <p:cNvCxnSpPr>
            <a:stCxn id="787" idx="2"/>
            <a:endCxn id="815" idx="1"/>
          </p:cNvCxnSpPr>
          <p:nvPr/>
        </p:nvCxnSpPr>
        <p:spPr>
          <a:xfrm rot="16200000" flipH="1">
            <a:off x="4673520" y="487080"/>
            <a:ext cx="554760" cy="42336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ectangle 3"/>
          <p:cNvSpPr/>
          <p:nvPr/>
        </p:nvSpPr>
        <p:spPr>
          <a:xfrm>
            <a:off x="1191960" y="56664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9" name="Straight Arrow Connector 12"/>
          <p:cNvCxnSpPr>
            <a:stCxn id="818" idx="2"/>
            <a:endCxn id="820" idx="0"/>
          </p:cNvCxnSpPr>
          <p:nvPr/>
        </p:nvCxnSpPr>
        <p:spPr>
          <a:xfrm flipH="1">
            <a:off x="528840" y="1074960"/>
            <a:ext cx="1154880" cy="12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21" name="Straight Arrow Connector 14"/>
          <p:cNvCxnSpPr>
            <a:stCxn id="818" idx="3"/>
            <a:endCxn id="822" idx="2"/>
          </p:cNvCxnSpPr>
          <p:nvPr/>
        </p:nvCxnSpPr>
        <p:spPr>
          <a:xfrm flipV="1">
            <a:off x="2174400" y="747720"/>
            <a:ext cx="446040" cy="73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23" name="Straight Arrow Connector 16"/>
          <p:cNvCxnSpPr>
            <a:stCxn id="818" idx="1"/>
            <a:endCxn id="824" idx="7"/>
          </p:cNvCxnSpPr>
          <p:nvPr/>
        </p:nvCxnSpPr>
        <p:spPr>
          <a:xfrm flipH="1" flipV="1">
            <a:off x="779400" y="240120"/>
            <a:ext cx="412920" cy="581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25" name="Straight Arrow Connector 25"/>
          <p:cNvCxnSpPr>
            <a:stCxn id="826" idx="2"/>
            <a:endCxn id="827" idx="3"/>
          </p:cNvCxnSpPr>
          <p:nvPr/>
        </p:nvCxnSpPr>
        <p:spPr>
          <a:xfrm flipH="1">
            <a:off x="4143240" y="421560"/>
            <a:ext cx="596520" cy="1431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20" name="Oval 5"/>
          <p:cNvSpPr/>
          <p:nvPr/>
        </p:nvSpPr>
        <p:spPr>
          <a:xfrm>
            <a:off x="98640" y="108684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8" name="Straight Arrow Connector 43"/>
          <p:cNvCxnSpPr>
            <a:endCxn id="818" idx="3"/>
          </p:cNvCxnSpPr>
          <p:nvPr/>
        </p:nvCxnSpPr>
        <p:spPr>
          <a:xfrm flipH="1">
            <a:off x="2174400" y="732600"/>
            <a:ext cx="678960" cy="885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829" name="Straight Arrow Connector 48"/>
          <p:cNvCxnSpPr/>
          <p:nvPr/>
        </p:nvCxnSpPr>
        <p:spPr>
          <a:xfrm>
            <a:off x="3097440" y="1165680"/>
            <a:ext cx="1360800" cy="11520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830" name="Straight Arrow Connector 52"/>
          <p:cNvCxnSpPr>
            <a:stCxn id="818" idx="3"/>
            <a:endCxn id="831" idx="2"/>
          </p:cNvCxnSpPr>
          <p:nvPr/>
        </p:nvCxnSpPr>
        <p:spPr>
          <a:xfrm>
            <a:off x="2174400" y="820800"/>
            <a:ext cx="265680" cy="476640"/>
          </a:xfrm>
          <a:prstGeom prst="straightConnector1">
            <a:avLst/>
          </a:prstGeom>
          <a:ln w="0">
            <a:solidFill>
              <a:srgbClr val="000000"/>
            </a:solidFill>
            <a:tailEnd type="arrow" w="med" len="med"/>
          </a:ln>
        </p:spPr>
      </p:cxnSp>
      <p:sp>
        <p:nvSpPr>
          <p:cNvPr id="831" name="Oval 60"/>
          <p:cNvSpPr/>
          <p:nvPr/>
        </p:nvSpPr>
        <p:spPr>
          <a:xfrm>
            <a:off x="2439720" y="1125360"/>
            <a:ext cx="1009080" cy="3430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Oval 65"/>
          <p:cNvSpPr/>
          <p:nvPr/>
        </p:nvSpPr>
        <p:spPr>
          <a:xfrm>
            <a:off x="1641240" y="41400"/>
            <a:ext cx="860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Title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Oval 66"/>
          <p:cNvSpPr/>
          <p:nvPr/>
        </p:nvSpPr>
        <p:spPr>
          <a:xfrm>
            <a:off x="45000" y="16740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Oval 67"/>
          <p:cNvSpPr/>
          <p:nvPr/>
        </p:nvSpPr>
        <p:spPr>
          <a:xfrm>
            <a:off x="2620080" y="493560"/>
            <a:ext cx="1074960" cy="508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3" name="Straight Arrow Connector 69"/>
          <p:cNvCxnSpPr>
            <a:stCxn id="818" idx="0"/>
            <a:endCxn id="832" idx="2"/>
          </p:cNvCxnSpPr>
          <p:nvPr/>
        </p:nvCxnSpPr>
        <p:spPr>
          <a:xfrm flipH="1" flipV="1">
            <a:off x="1641240" y="245160"/>
            <a:ext cx="42480" cy="3218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834" name="Connector: Elbow 143"/>
          <p:cNvCxnSpPr>
            <a:stCxn id="818" idx="2"/>
            <a:endCxn id="827" idx="1"/>
          </p:cNvCxnSpPr>
          <p:nvPr/>
        </p:nvCxnSpPr>
        <p:spPr>
          <a:xfrm rot="16200000" flipH="1">
            <a:off x="1739880" y="1018080"/>
            <a:ext cx="778320" cy="89136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827" name="Diamond 167"/>
          <p:cNvSpPr/>
          <p:nvPr/>
        </p:nvSpPr>
        <p:spPr>
          <a:xfrm>
            <a:off x="2574360" y="1564560"/>
            <a:ext cx="1568880" cy="576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Rectangle 4"/>
          <p:cNvSpPr/>
          <p:nvPr/>
        </p:nvSpPr>
        <p:spPr>
          <a:xfrm>
            <a:off x="4114800" y="41400"/>
            <a:ext cx="1248840" cy="3801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Arc 1"/>
          <p:cNvSpPr/>
          <p:nvPr/>
        </p:nvSpPr>
        <p:spPr>
          <a:xfrm>
            <a:off x="518040" y="2202120"/>
            <a:ext cx="1656000" cy="93672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6" name="Arc 2"/>
          <p:cNvSpPr/>
          <p:nvPr/>
        </p:nvSpPr>
        <p:spPr>
          <a:xfrm>
            <a:off x="906120" y="2400480"/>
            <a:ext cx="518040" cy="93672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37" name="Connector: Elbow 7"/>
          <p:cNvCxnSpPr/>
          <p:nvPr/>
        </p:nvCxnSpPr>
        <p:spPr>
          <a:xfrm rot="5400000" flipH="1" flipV="1">
            <a:off x="374760" y="2862720"/>
            <a:ext cx="1249920" cy="1162800"/>
          </a:xfrm>
          <a:prstGeom prst="bentConnector3">
            <a:avLst>
              <a:gd name="adj1" fmla="val 49956"/>
            </a:avLst>
          </a:prstGeom>
          <a:ln w="0">
            <a:noFill/>
          </a:ln>
        </p:spPr>
      </p:cxnSp>
      <p:sp>
        <p:nvSpPr>
          <p:cNvPr id="838" name="Arc 30"/>
          <p:cNvSpPr/>
          <p:nvPr/>
        </p:nvSpPr>
        <p:spPr>
          <a:xfrm>
            <a:off x="4183560" y="2003760"/>
            <a:ext cx="1807560" cy="1934640"/>
          </a:xfrm>
          <a:prstGeom prst="arc">
            <a:avLst>
              <a:gd name="adj1" fmla="val 10354116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39" name="Connector: Elbow 1"/>
          <p:cNvCxnSpPr>
            <a:stCxn id="818" idx="2"/>
            <a:endCxn id="840" idx="1"/>
          </p:cNvCxnSpPr>
          <p:nvPr/>
        </p:nvCxnSpPr>
        <p:spPr>
          <a:xfrm rot="16200000" flipH="1">
            <a:off x="1819440" y="938520"/>
            <a:ext cx="1624680" cy="189720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840" name="Diamond 38"/>
          <p:cNvSpPr/>
          <p:nvPr/>
        </p:nvSpPr>
        <p:spPr>
          <a:xfrm rot="58200">
            <a:off x="3579840" y="2494080"/>
            <a:ext cx="1068120" cy="427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1" name="Straight Arrow Connector 42"/>
          <p:cNvCxnSpPr>
            <a:stCxn id="826" idx="2"/>
            <a:endCxn id="840" idx="0"/>
          </p:cNvCxnSpPr>
          <p:nvPr/>
        </p:nvCxnSpPr>
        <p:spPr>
          <a:xfrm flipH="1">
            <a:off x="4118040" y="421560"/>
            <a:ext cx="621720" cy="20732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42" name="Rectangle 9"/>
          <p:cNvSpPr/>
          <p:nvPr/>
        </p:nvSpPr>
        <p:spPr>
          <a:xfrm>
            <a:off x="7502760" y="134424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3" name="Straight Arrow Connector 47"/>
          <p:cNvCxnSpPr>
            <a:stCxn id="842" idx="2"/>
            <a:endCxn id="844" idx="4"/>
          </p:cNvCxnSpPr>
          <p:nvPr/>
        </p:nvCxnSpPr>
        <p:spPr>
          <a:xfrm flipH="1">
            <a:off x="6753600" y="1852560"/>
            <a:ext cx="1240920" cy="26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45" name="Straight Arrow Connector 49"/>
          <p:cNvCxnSpPr>
            <a:stCxn id="842" idx="3"/>
            <a:endCxn id="846" idx="2"/>
          </p:cNvCxnSpPr>
          <p:nvPr/>
        </p:nvCxnSpPr>
        <p:spPr>
          <a:xfrm>
            <a:off x="8485200" y="1598400"/>
            <a:ext cx="450000" cy="191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47" name="Straight Arrow Connector 50"/>
          <p:cNvCxnSpPr>
            <a:stCxn id="842" idx="1"/>
            <a:endCxn id="848" idx="4"/>
          </p:cNvCxnSpPr>
          <p:nvPr/>
        </p:nvCxnSpPr>
        <p:spPr>
          <a:xfrm flipH="1" flipV="1">
            <a:off x="6866280" y="813600"/>
            <a:ext cx="636840" cy="785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49" name="Straight Arrow Connector 53"/>
          <p:cNvCxnSpPr>
            <a:stCxn id="842" idx="3"/>
            <a:endCxn id="850" idx="2"/>
          </p:cNvCxnSpPr>
          <p:nvPr/>
        </p:nvCxnSpPr>
        <p:spPr>
          <a:xfrm flipV="1">
            <a:off x="8485200" y="677160"/>
            <a:ext cx="403560" cy="92160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850" name="Oval 54"/>
          <p:cNvSpPr/>
          <p:nvPr/>
        </p:nvSpPr>
        <p:spPr>
          <a:xfrm>
            <a:off x="8888400" y="464400"/>
            <a:ext cx="1068480" cy="425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Granted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Oval 55"/>
          <p:cNvSpPr/>
          <p:nvPr/>
        </p:nvSpPr>
        <p:spPr>
          <a:xfrm>
            <a:off x="7521480" y="37692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Budgetary line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2" name="Straight Arrow Connector 56"/>
          <p:cNvCxnSpPr>
            <a:stCxn id="842" idx="0"/>
            <a:endCxn id="851" idx="4"/>
          </p:cNvCxnSpPr>
          <p:nvPr/>
        </p:nvCxnSpPr>
        <p:spPr>
          <a:xfrm flipV="1">
            <a:off x="7994160" y="784080"/>
            <a:ext cx="84960" cy="560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848" name="Oval 80"/>
          <p:cNvSpPr/>
          <p:nvPr/>
        </p:nvSpPr>
        <p:spPr>
          <a:xfrm rot="19613400">
            <a:off x="6197760" y="43884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Oval 88"/>
          <p:cNvSpPr/>
          <p:nvPr/>
        </p:nvSpPr>
        <p:spPr>
          <a:xfrm rot="20158200">
            <a:off x="6113520" y="172296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Oval 93"/>
          <p:cNvSpPr/>
          <p:nvPr/>
        </p:nvSpPr>
        <p:spPr>
          <a:xfrm>
            <a:off x="8934840" y="1586160"/>
            <a:ext cx="1067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Disbursed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3" name="Connector: Elbow 2"/>
          <p:cNvCxnSpPr>
            <a:stCxn id="840" idx="3"/>
            <a:endCxn id="842" idx="2"/>
          </p:cNvCxnSpPr>
          <p:nvPr/>
        </p:nvCxnSpPr>
        <p:spPr>
          <a:xfrm flipV="1">
            <a:off x="4648680" y="1852560"/>
            <a:ext cx="3345840" cy="86508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  <p:sp>
        <p:nvSpPr>
          <p:cNvPr id="854" name="Diamond 116"/>
          <p:cNvSpPr/>
          <p:nvPr/>
        </p:nvSpPr>
        <p:spPr>
          <a:xfrm rot="948000">
            <a:off x="5135040" y="972000"/>
            <a:ext cx="1422360" cy="3952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5" name="Straight Arrow Connector 118"/>
          <p:cNvCxnSpPr>
            <a:stCxn id="842" idx="1"/>
            <a:endCxn id="854" idx="3"/>
          </p:cNvCxnSpPr>
          <p:nvPr/>
        </p:nvCxnSpPr>
        <p:spPr>
          <a:xfrm flipH="1" flipV="1">
            <a:off x="6531120" y="1363320"/>
            <a:ext cx="972000" cy="235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856" name="Connector: Elbow 3"/>
          <p:cNvCxnSpPr>
            <a:stCxn id="826" idx="2"/>
            <a:endCxn id="854" idx="1"/>
          </p:cNvCxnSpPr>
          <p:nvPr/>
        </p:nvCxnSpPr>
        <p:spPr>
          <a:xfrm rot="16200000" flipH="1">
            <a:off x="4673520" y="487080"/>
            <a:ext cx="554760" cy="42336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  <p:sp>
        <p:nvSpPr>
          <p:cNvPr id="857" name="Rectangle 11"/>
          <p:cNvSpPr/>
          <p:nvPr/>
        </p:nvSpPr>
        <p:spPr>
          <a:xfrm>
            <a:off x="898920" y="4221720"/>
            <a:ext cx="116460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8" name="Straight Arrow Connector 4"/>
          <p:cNvCxnSpPr>
            <a:stCxn id="857" idx="2"/>
            <a:endCxn id="859" idx="0"/>
          </p:cNvCxnSpPr>
          <p:nvPr/>
        </p:nvCxnSpPr>
        <p:spPr>
          <a:xfrm flipH="1">
            <a:off x="803160" y="4730040"/>
            <a:ext cx="678600" cy="362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60" name="Straight Arrow Connector 6"/>
          <p:cNvCxnSpPr>
            <a:stCxn id="857" idx="3"/>
            <a:endCxn id="861" idx="2"/>
          </p:cNvCxnSpPr>
          <p:nvPr/>
        </p:nvCxnSpPr>
        <p:spPr>
          <a:xfrm flipV="1">
            <a:off x="2063520" y="4183920"/>
            <a:ext cx="605520" cy="292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62" name="Straight Arrow Connector 8"/>
          <p:cNvCxnSpPr>
            <a:stCxn id="857" idx="1"/>
            <a:endCxn id="863" idx="4"/>
          </p:cNvCxnSpPr>
          <p:nvPr/>
        </p:nvCxnSpPr>
        <p:spPr>
          <a:xfrm flipH="1" flipV="1">
            <a:off x="580680" y="3990600"/>
            <a:ext cx="318600" cy="485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59" name="Oval 9"/>
          <p:cNvSpPr/>
          <p:nvPr/>
        </p:nvSpPr>
        <p:spPr>
          <a:xfrm>
            <a:off x="181440" y="5091840"/>
            <a:ext cx="1243080" cy="4194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Commercial 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4" name="Straight Arrow Connector 11"/>
          <p:cNvCxnSpPr>
            <a:endCxn id="857" idx="3"/>
          </p:cNvCxnSpPr>
          <p:nvPr/>
        </p:nvCxnSpPr>
        <p:spPr>
          <a:xfrm flipH="1">
            <a:off x="2063520" y="4387680"/>
            <a:ext cx="496440" cy="885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865" name="Straight Arrow Connector 13"/>
          <p:cNvCxnSpPr>
            <a:stCxn id="857" idx="3"/>
            <a:endCxn id="866" idx="2"/>
          </p:cNvCxnSpPr>
          <p:nvPr/>
        </p:nvCxnSpPr>
        <p:spPr>
          <a:xfrm>
            <a:off x="2063520" y="4475880"/>
            <a:ext cx="521280" cy="622080"/>
          </a:xfrm>
          <a:prstGeom prst="straightConnector1">
            <a:avLst/>
          </a:prstGeom>
          <a:ln w="0">
            <a:solidFill>
              <a:srgbClr val="000000"/>
            </a:solidFill>
            <a:tailEnd type="arrow" w="med" len="med"/>
          </a:ln>
        </p:spPr>
      </p:cxnSp>
      <p:sp>
        <p:nvSpPr>
          <p:cNvPr id="866" name="Oval 15"/>
          <p:cNvSpPr/>
          <p:nvPr/>
        </p:nvSpPr>
        <p:spPr>
          <a:xfrm>
            <a:off x="2584440" y="4855680"/>
            <a:ext cx="977400" cy="48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Model identifier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Oval 17"/>
          <p:cNvSpPr/>
          <p:nvPr/>
        </p:nvSpPr>
        <p:spPr>
          <a:xfrm>
            <a:off x="929520" y="3101760"/>
            <a:ext cx="1322640" cy="343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manufacturer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Oval 18"/>
          <p:cNvSpPr/>
          <p:nvPr/>
        </p:nvSpPr>
        <p:spPr>
          <a:xfrm>
            <a:off x="2668680" y="3957840"/>
            <a:ext cx="977400" cy="451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Special training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8" name="Straight Arrow Connector 19"/>
          <p:cNvCxnSpPr>
            <a:stCxn id="857" idx="0"/>
            <a:endCxn id="867" idx="4"/>
          </p:cNvCxnSpPr>
          <p:nvPr/>
        </p:nvCxnSpPr>
        <p:spPr>
          <a:xfrm flipV="1">
            <a:off x="1481400" y="3445560"/>
            <a:ext cx="109800" cy="776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869" name="Connector: Elbow 4"/>
          <p:cNvCxnSpPr>
            <a:stCxn id="857" idx="2"/>
            <a:endCxn id="870" idx="1"/>
          </p:cNvCxnSpPr>
          <p:nvPr/>
        </p:nvCxnSpPr>
        <p:spPr>
          <a:xfrm rot="16200000" flipH="1">
            <a:off x="2164320" y="4046760"/>
            <a:ext cx="883080" cy="224928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863" name="Oval 72"/>
          <p:cNvSpPr/>
          <p:nvPr/>
        </p:nvSpPr>
        <p:spPr>
          <a:xfrm rot="19681800">
            <a:off x="-22680" y="3555720"/>
            <a:ext cx="958320" cy="469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category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1" name="Straight Arrow Connector 108"/>
          <p:cNvCxnSpPr>
            <a:stCxn id="857" idx="0"/>
            <a:endCxn id="872" idx="2"/>
          </p:cNvCxnSpPr>
          <p:nvPr/>
        </p:nvCxnSpPr>
        <p:spPr>
          <a:xfrm flipV="1">
            <a:off x="1481400" y="3790800"/>
            <a:ext cx="935280" cy="43128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872" name="Oval 113"/>
          <p:cNvSpPr/>
          <p:nvPr/>
        </p:nvSpPr>
        <p:spPr>
          <a:xfrm rot="20364600">
            <a:off x="2374200" y="3341880"/>
            <a:ext cx="1309680" cy="436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Required environment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Diamond 130"/>
          <p:cNvSpPr/>
          <p:nvPr/>
        </p:nvSpPr>
        <p:spPr>
          <a:xfrm rot="19785000">
            <a:off x="3616200" y="4885200"/>
            <a:ext cx="1675440" cy="6105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Rectangle 7"/>
          <p:cNvSpPr/>
          <p:nvPr/>
        </p:nvSpPr>
        <p:spPr>
          <a:xfrm>
            <a:off x="1029960" y="58932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4" name="Straight Arrow Connector 12"/>
          <p:cNvCxnSpPr>
            <a:stCxn id="873" idx="2"/>
            <a:endCxn id="875" idx="0"/>
          </p:cNvCxnSpPr>
          <p:nvPr/>
        </p:nvCxnSpPr>
        <p:spPr>
          <a:xfrm flipH="1" flipV="1">
            <a:off x="528840" y="1086840"/>
            <a:ext cx="992880" cy="11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76" name="Straight Arrow Connector 14"/>
          <p:cNvCxnSpPr>
            <a:stCxn id="873" idx="3"/>
            <a:endCxn id="877" idx="2"/>
          </p:cNvCxnSpPr>
          <p:nvPr/>
        </p:nvCxnSpPr>
        <p:spPr>
          <a:xfrm flipV="1">
            <a:off x="2012400" y="552600"/>
            <a:ext cx="563400" cy="291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78" name="Straight Arrow Connector 16"/>
          <p:cNvCxnSpPr>
            <a:stCxn id="873" idx="1"/>
            <a:endCxn id="879" idx="4"/>
          </p:cNvCxnSpPr>
          <p:nvPr/>
        </p:nvCxnSpPr>
        <p:spPr>
          <a:xfrm flipH="1" flipV="1">
            <a:off x="475200" y="666000"/>
            <a:ext cx="555120" cy="177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80" name="Straight Arrow Connector 25"/>
          <p:cNvCxnSpPr>
            <a:stCxn id="881" idx="2"/>
            <a:endCxn id="882" idx="3"/>
          </p:cNvCxnSpPr>
          <p:nvPr/>
        </p:nvCxnSpPr>
        <p:spPr>
          <a:xfrm flipH="1">
            <a:off x="4143240" y="421560"/>
            <a:ext cx="596520" cy="14317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75" name="Oval 5"/>
          <p:cNvSpPr/>
          <p:nvPr/>
        </p:nvSpPr>
        <p:spPr>
          <a:xfrm>
            <a:off x="98640" y="108684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3" name="Straight Arrow Connector 43"/>
          <p:cNvCxnSpPr>
            <a:endCxn id="873" idx="3"/>
          </p:cNvCxnSpPr>
          <p:nvPr/>
        </p:nvCxnSpPr>
        <p:spPr>
          <a:xfrm flipH="1">
            <a:off x="2012400" y="755280"/>
            <a:ext cx="678960" cy="885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884" name="Straight Arrow Connector 48"/>
          <p:cNvCxnSpPr/>
          <p:nvPr/>
        </p:nvCxnSpPr>
        <p:spPr>
          <a:xfrm>
            <a:off x="3097440" y="1165680"/>
            <a:ext cx="1360800" cy="11520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885" name="Straight Arrow Connector 52"/>
          <p:cNvCxnSpPr>
            <a:stCxn id="873" idx="3"/>
            <a:endCxn id="886" idx="2"/>
          </p:cNvCxnSpPr>
          <p:nvPr/>
        </p:nvCxnSpPr>
        <p:spPr>
          <a:xfrm>
            <a:off x="2012400" y="843480"/>
            <a:ext cx="427680" cy="453960"/>
          </a:xfrm>
          <a:prstGeom prst="straightConnector1">
            <a:avLst/>
          </a:prstGeom>
          <a:ln w="0">
            <a:solidFill>
              <a:srgbClr val="000000"/>
            </a:solidFill>
            <a:tailEnd type="arrow" w="med" len="med"/>
          </a:ln>
        </p:spPr>
      </p:cxnSp>
      <p:sp>
        <p:nvSpPr>
          <p:cNvPr id="886" name="Oval 60"/>
          <p:cNvSpPr/>
          <p:nvPr/>
        </p:nvSpPr>
        <p:spPr>
          <a:xfrm>
            <a:off x="2439720" y="1125360"/>
            <a:ext cx="1009080" cy="3430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Oval 65"/>
          <p:cNvSpPr/>
          <p:nvPr/>
        </p:nvSpPr>
        <p:spPr>
          <a:xfrm>
            <a:off x="1641240" y="41400"/>
            <a:ext cx="860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Title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Oval 66"/>
          <p:cNvSpPr/>
          <p:nvPr/>
        </p:nvSpPr>
        <p:spPr>
          <a:xfrm>
            <a:off x="45000" y="167400"/>
            <a:ext cx="860400" cy="498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Oval 67"/>
          <p:cNvSpPr/>
          <p:nvPr/>
        </p:nvSpPr>
        <p:spPr>
          <a:xfrm>
            <a:off x="2575440" y="298440"/>
            <a:ext cx="1074960" cy="508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8" name="Straight Arrow Connector 69"/>
          <p:cNvCxnSpPr>
            <a:stCxn id="873" idx="0"/>
            <a:endCxn id="887" idx="2"/>
          </p:cNvCxnSpPr>
          <p:nvPr/>
        </p:nvCxnSpPr>
        <p:spPr>
          <a:xfrm flipV="1">
            <a:off x="1521360" y="245160"/>
            <a:ext cx="120240" cy="344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889" name="Connector: Elbow 143"/>
          <p:cNvCxnSpPr>
            <a:stCxn id="873" idx="2"/>
            <a:endCxn id="882" idx="1"/>
          </p:cNvCxnSpPr>
          <p:nvPr/>
        </p:nvCxnSpPr>
        <p:spPr>
          <a:xfrm rot="16200000" flipH="1">
            <a:off x="1670040" y="948600"/>
            <a:ext cx="755640" cy="105336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882" name="Diamond 167"/>
          <p:cNvSpPr/>
          <p:nvPr/>
        </p:nvSpPr>
        <p:spPr>
          <a:xfrm>
            <a:off x="2574360" y="1564560"/>
            <a:ext cx="1568880" cy="576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Rectangle 8"/>
          <p:cNvSpPr/>
          <p:nvPr/>
        </p:nvSpPr>
        <p:spPr>
          <a:xfrm>
            <a:off x="4114800" y="41400"/>
            <a:ext cx="1248840" cy="3801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Arc 1"/>
          <p:cNvSpPr/>
          <p:nvPr/>
        </p:nvSpPr>
        <p:spPr>
          <a:xfrm>
            <a:off x="518040" y="2202120"/>
            <a:ext cx="1656000" cy="93672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1" name="Arc 2"/>
          <p:cNvSpPr/>
          <p:nvPr/>
        </p:nvSpPr>
        <p:spPr>
          <a:xfrm>
            <a:off x="906120" y="2400480"/>
            <a:ext cx="518040" cy="93672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92" name="Connector: Elbow 7"/>
          <p:cNvCxnSpPr/>
          <p:nvPr/>
        </p:nvCxnSpPr>
        <p:spPr>
          <a:xfrm rot="5400000" flipH="1" flipV="1">
            <a:off x="374760" y="2862720"/>
            <a:ext cx="1249920" cy="1162800"/>
          </a:xfrm>
          <a:prstGeom prst="bentConnector3">
            <a:avLst>
              <a:gd name="adj1" fmla="val 49956"/>
            </a:avLst>
          </a:prstGeom>
          <a:ln w="0">
            <a:noFill/>
          </a:ln>
        </p:spPr>
      </p:cxnSp>
      <p:cxnSp>
        <p:nvCxnSpPr>
          <p:cNvPr id="893" name="Connector: Elbow 1"/>
          <p:cNvCxnSpPr>
            <a:stCxn id="873" idx="2"/>
            <a:endCxn id="894" idx="1"/>
          </p:cNvCxnSpPr>
          <p:nvPr/>
        </p:nvCxnSpPr>
        <p:spPr>
          <a:xfrm rot="16200000" flipH="1">
            <a:off x="1749960" y="868680"/>
            <a:ext cx="1602000" cy="2059200"/>
          </a:xfrm>
          <a:prstGeom prst="curvedConnector2">
            <a:avLst/>
          </a:prstGeom>
          <a:ln w="38100">
            <a:solidFill>
              <a:srgbClr val="0D0D0D"/>
            </a:solidFill>
            <a:round/>
          </a:ln>
        </p:spPr>
      </p:cxnSp>
      <p:sp>
        <p:nvSpPr>
          <p:cNvPr id="894" name="Diamond 38"/>
          <p:cNvSpPr/>
          <p:nvPr/>
        </p:nvSpPr>
        <p:spPr>
          <a:xfrm rot="58200">
            <a:off x="3579840" y="2494080"/>
            <a:ext cx="1068120" cy="427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5" name="Straight Arrow Connector 42"/>
          <p:cNvCxnSpPr>
            <a:stCxn id="881" idx="2"/>
            <a:endCxn id="894" idx="0"/>
          </p:cNvCxnSpPr>
          <p:nvPr/>
        </p:nvCxnSpPr>
        <p:spPr>
          <a:xfrm flipH="1">
            <a:off x="4118040" y="421560"/>
            <a:ext cx="621720" cy="20732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96" name="Rectangle 18"/>
          <p:cNvSpPr/>
          <p:nvPr/>
        </p:nvSpPr>
        <p:spPr>
          <a:xfrm>
            <a:off x="7502760" y="1344240"/>
            <a:ext cx="98244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7" name="Straight Arrow Connector 47"/>
          <p:cNvCxnSpPr>
            <a:stCxn id="896" idx="2"/>
            <a:endCxn id="898" idx="4"/>
          </p:cNvCxnSpPr>
          <p:nvPr/>
        </p:nvCxnSpPr>
        <p:spPr>
          <a:xfrm flipH="1">
            <a:off x="6753600" y="1852560"/>
            <a:ext cx="1240920" cy="26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899" name="Straight Arrow Connector 49"/>
          <p:cNvCxnSpPr>
            <a:stCxn id="896" idx="3"/>
            <a:endCxn id="900" idx="2"/>
          </p:cNvCxnSpPr>
          <p:nvPr/>
        </p:nvCxnSpPr>
        <p:spPr>
          <a:xfrm>
            <a:off x="8485200" y="1598400"/>
            <a:ext cx="450000" cy="191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01" name="Straight Arrow Connector 50"/>
          <p:cNvCxnSpPr>
            <a:stCxn id="896" idx="1"/>
            <a:endCxn id="902" idx="4"/>
          </p:cNvCxnSpPr>
          <p:nvPr/>
        </p:nvCxnSpPr>
        <p:spPr>
          <a:xfrm flipH="1" flipV="1">
            <a:off x="6866280" y="813600"/>
            <a:ext cx="636840" cy="785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03" name="Straight Arrow Connector 53"/>
          <p:cNvCxnSpPr>
            <a:stCxn id="896" idx="3"/>
            <a:endCxn id="904" idx="2"/>
          </p:cNvCxnSpPr>
          <p:nvPr/>
        </p:nvCxnSpPr>
        <p:spPr>
          <a:xfrm flipV="1">
            <a:off x="8485200" y="677160"/>
            <a:ext cx="403560" cy="92160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904" name="Oval 54"/>
          <p:cNvSpPr/>
          <p:nvPr/>
        </p:nvSpPr>
        <p:spPr>
          <a:xfrm>
            <a:off x="8888400" y="464400"/>
            <a:ext cx="1068480" cy="425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Granted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Oval 55"/>
          <p:cNvSpPr/>
          <p:nvPr/>
        </p:nvSpPr>
        <p:spPr>
          <a:xfrm>
            <a:off x="7521480" y="37692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Budgetary line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6" name="Straight Arrow Connector 56"/>
          <p:cNvCxnSpPr>
            <a:stCxn id="896" idx="0"/>
            <a:endCxn id="905" idx="4"/>
          </p:cNvCxnSpPr>
          <p:nvPr/>
        </p:nvCxnSpPr>
        <p:spPr>
          <a:xfrm flipV="1">
            <a:off x="7994160" y="784080"/>
            <a:ext cx="84960" cy="560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902" name="Oval 80"/>
          <p:cNvSpPr/>
          <p:nvPr/>
        </p:nvSpPr>
        <p:spPr>
          <a:xfrm rot="19613400">
            <a:off x="6197760" y="43884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Oval 88"/>
          <p:cNvSpPr/>
          <p:nvPr/>
        </p:nvSpPr>
        <p:spPr>
          <a:xfrm rot="20158200">
            <a:off x="6113520" y="1722960"/>
            <a:ext cx="111456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Oval 93"/>
          <p:cNvSpPr/>
          <p:nvPr/>
        </p:nvSpPr>
        <p:spPr>
          <a:xfrm>
            <a:off x="8934840" y="1586160"/>
            <a:ext cx="1067400" cy="407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Disbursed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7" name="Connector: Elbow 2"/>
          <p:cNvCxnSpPr>
            <a:stCxn id="894" idx="3"/>
            <a:endCxn id="896" idx="2"/>
          </p:cNvCxnSpPr>
          <p:nvPr/>
        </p:nvCxnSpPr>
        <p:spPr>
          <a:xfrm flipV="1">
            <a:off x="4648680" y="1852560"/>
            <a:ext cx="3345840" cy="86508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  <p:sp>
        <p:nvSpPr>
          <p:cNvPr id="908" name="Diamond 116"/>
          <p:cNvSpPr/>
          <p:nvPr/>
        </p:nvSpPr>
        <p:spPr>
          <a:xfrm rot="948000">
            <a:off x="5135040" y="972000"/>
            <a:ext cx="1422360" cy="3952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9" name="Straight Arrow Connector 118"/>
          <p:cNvCxnSpPr>
            <a:stCxn id="896" idx="1"/>
            <a:endCxn id="908" idx="3"/>
          </p:cNvCxnSpPr>
          <p:nvPr/>
        </p:nvCxnSpPr>
        <p:spPr>
          <a:xfrm flipH="1" flipV="1">
            <a:off x="6531120" y="1363320"/>
            <a:ext cx="972000" cy="235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910" name="Connector: Elbow 3"/>
          <p:cNvCxnSpPr>
            <a:stCxn id="881" idx="2"/>
            <a:endCxn id="908" idx="1"/>
          </p:cNvCxnSpPr>
          <p:nvPr/>
        </p:nvCxnSpPr>
        <p:spPr>
          <a:xfrm rot="16200000" flipH="1">
            <a:off x="4673520" y="487080"/>
            <a:ext cx="554760" cy="42336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  <p:sp>
        <p:nvSpPr>
          <p:cNvPr id="911" name="Rectangle 19"/>
          <p:cNvSpPr/>
          <p:nvPr/>
        </p:nvSpPr>
        <p:spPr>
          <a:xfrm>
            <a:off x="898920" y="4221720"/>
            <a:ext cx="1164600" cy="50832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2" name="Straight Arrow Connector 4"/>
          <p:cNvCxnSpPr>
            <a:stCxn id="911" idx="2"/>
            <a:endCxn id="913" idx="0"/>
          </p:cNvCxnSpPr>
          <p:nvPr/>
        </p:nvCxnSpPr>
        <p:spPr>
          <a:xfrm flipH="1">
            <a:off x="803160" y="4730040"/>
            <a:ext cx="678600" cy="362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14" name="Straight Arrow Connector 6"/>
          <p:cNvCxnSpPr>
            <a:stCxn id="911" idx="3"/>
            <a:endCxn id="915" idx="2"/>
          </p:cNvCxnSpPr>
          <p:nvPr/>
        </p:nvCxnSpPr>
        <p:spPr>
          <a:xfrm flipV="1">
            <a:off x="2063520" y="4183920"/>
            <a:ext cx="605520" cy="292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16" name="Straight Arrow Connector 8"/>
          <p:cNvCxnSpPr>
            <a:stCxn id="911" idx="1"/>
            <a:endCxn id="917" idx="4"/>
          </p:cNvCxnSpPr>
          <p:nvPr/>
        </p:nvCxnSpPr>
        <p:spPr>
          <a:xfrm flipH="1" flipV="1">
            <a:off x="580680" y="3990600"/>
            <a:ext cx="318600" cy="485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13" name="Oval 9"/>
          <p:cNvSpPr/>
          <p:nvPr/>
        </p:nvSpPr>
        <p:spPr>
          <a:xfrm>
            <a:off x="181440" y="5091840"/>
            <a:ext cx="1243080" cy="4194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Commercial 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8" name="Straight Arrow Connector 11"/>
          <p:cNvCxnSpPr>
            <a:endCxn id="911" idx="3"/>
          </p:cNvCxnSpPr>
          <p:nvPr/>
        </p:nvCxnSpPr>
        <p:spPr>
          <a:xfrm flipH="1">
            <a:off x="2063520" y="4387680"/>
            <a:ext cx="496440" cy="885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919" name="Straight Arrow Connector 13"/>
          <p:cNvCxnSpPr>
            <a:stCxn id="911" idx="3"/>
            <a:endCxn id="920" idx="2"/>
          </p:cNvCxnSpPr>
          <p:nvPr/>
        </p:nvCxnSpPr>
        <p:spPr>
          <a:xfrm>
            <a:off x="2063520" y="4475880"/>
            <a:ext cx="521280" cy="622080"/>
          </a:xfrm>
          <a:prstGeom prst="straightConnector1">
            <a:avLst/>
          </a:prstGeom>
          <a:ln w="0">
            <a:solidFill>
              <a:srgbClr val="000000"/>
            </a:solidFill>
            <a:tailEnd type="arrow" w="med" len="med"/>
          </a:ln>
        </p:spPr>
      </p:cxnSp>
      <p:sp>
        <p:nvSpPr>
          <p:cNvPr id="920" name="Oval 15"/>
          <p:cNvSpPr/>
          <p:nvPr/>
        </p:nvSpPr>
        <p:spPr>
          <a:xfrm>
            <a:off x="2584440" y="4855680"/>
            <a:ext cx="977400" cy="48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Model identifier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Oval 17"/>
          <p:cNvSpPr/>
          <p:nvPr/>
        </p:nvSpPr>
        <p:spPr>
          <a:xfrm>
            <a:off x="929520" y="3101760"/>
            <a:ext cx="1322640" cy="343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manufacturer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Oval 18"/>
          <p:cNvSpPr/>
          <p:nvPr/>
        </p:nvSpPr>
        <p:spPr>
          <a:xfrm>
            <a:off x="2668680" y="3957840"/>
            <a:ext cx="977400" cy="451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Special training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2" name="Straight Arrow Connector 19"/>
          <p:cNvCxnSpPr>
            <a:stCxn id="911" idx="0"/>
            <a:endCxn id="921" idx="4"/>
          </p:cNvCxnSpPr>
          <p:nvPr/>
        </p:nvCxnSpPr>
        <p:spPr>
          <a:xfrm flipV="1">
            <a:off x="1481400" y="3445560"/>
            <a:ext cx="109800" cy="776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923" name="Connector: Elbow 4"/>
          <p:cNvCxnSpPr>
            <a:stCxn id="911" idx="2"/>
            <a:endCxn id="924" idx="1"/>
          </p:cNvCxnSpPr>
          <p:nvPr/>
        </p:nvCxnSpPr>
        <p:spPr>
          <a:xfrm rot="16200000" flipH="1">
            <a:off x="2164320" y="4046760"/>
            <a:ext cx="883080" cy="2249280"/>
          </a:xfrm>
          <a:prstGeom prst="curvedConnector2">
            <a:avLst/>
          </a:prstGeom>
          <a:ln w="9525">
            <a:solidFill>
              <a:srgbClr val="0D0D0D"/>
            </a:solidFill>
            <a:round/>
          </a:ln>
        </p:spPr>
      </p:cxnSp>
      <p:sp>
        <p:nvSpPr>
          <p:cNvPr id="917" name="Oval 72"/>
          <p:cNvSpPr/>
          <p:nvPr/>
        </p:nvSpPr>
        <p:spPr>
          <a:xfrm rot="19681800">
            <a:off x="-22680" y="3555720"/>
            <a:ext cx="958320" cy="469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category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5" name="Straight Arrow Connector 108"/>
          <p:cNvCxnSpPr>
            <a:stCxn id="911" idx="0"/>
            <a:endCxn id="926" idx="2"/>
          </p:cNvCxnSpPr>
          <p:nvPr/>
        </p:nvCxnSpPr>
        <p:spPr>
          <a:xfrm flipV="1">
            <a:off x="1481400" y="3790800"/>
            <a:ext cx="935280" cy="43128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926" name="Oval 113"/>
          <p:cNvSpPr/>
          <p:nvPr/>
        </p:nvSpPr>
        <p:spPr>
          <a:xfrm rot="20364600">
            <a:off x="2374200" y="3341880"/>
            <a:ext cx="1309680" cy="436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Required environment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Diamond 130"/>
          <p:cNvSpPr/>
          <p:nvPr/>
        </p:nvSpPr>
        <p:spPr>
          <a:xfrm rot="19785000">
            <a:off x="3616200" y="4885200"/>
            <a:ext cx="1675440" cy="6105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Rectangle 20"/>
          <p:cNvSpPr/>
          <p:nvPr/>
        </p:nvSpPr>
        <p:spPr>
          <a:xfrm>
            <a:off x="7827480" y="2871000"/>
            <a:ext cx="1145880" cy="4244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unit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8" name="Straight Arrow Connector 22"/>
          <p:cNvCxnSpPr>
            <a:stCxn id="927" idx="1"/>
            <a:endCxn id="929" idx="0"/>
          </p:cNvCxnSpPr>
          <p:nvPr/>
        </p:nvCxnSpPr>
        <p:spPr>
          <a:xfrm flipH="1">
            <a:off x="7465680" y="3083400"/>
            <a:ext cx="362160" cy="381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30" name="Straight Arrow Connector 23"/>
          <p:cNvCxnSpPr>
            <a:stCxn id="927" idx="3"/>
            <a:endCxn id="931" idx="4"/>
          </p:cNvCxnSpPr>
          <p:nvPr/>
        </p:nvCxnSpPr>
        <p:spPr>
          <a:xfrm>
            <a:off x="8973360" y="3083400"/>
            <a:ext cx="456840" cy="170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32" name="Straight Arrow Connector 24"/>
          <p:cNvCxnSpPr>
            <a:stCxn id="927" idx="1"/>
            <a:endCxn id="933" idx="4"/>
          </p:cNvCxnSpPr>
          <p:nvPr/>
        </p:nvCxnSpPr>
        <p:spPr>
          <a:xfrm flipH="1" flipV="1">
            <a:off x="7527960" y="2798280"/>
            <a:ext cx="299880" cy="285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29" name="Oval 26"/>
          <p:cNvSpPr/>
          <p:nvPr/>
        </p:nvSpPr>
        <p:spPr>
          <a:xfrm rot="21550800">
            <a:off x="6942960" y="3464640"/>
            <a:ext cx="1049760" cy="3538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Purchase cost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4" name="Straight Arrow Connector 27"/>
          <p:cNvCxnSpPr>
            <a:endCxn id="927" idx="3"/>
          </p:cNvCxnSpPr>
          <p:nvPr/>
        </p:nvCxnSpPr>
        <p:spPr>
          <a:xfrm flipH="1">
            <a:off x="8973360" y="3036960"/>
            <a:ext cx="515520" cy="46800"/>
          </a:xfrm>
          <a:prstGeom prst="straightConnector1">
            <a:avLst/>
          </a:prstGeom>
          <a:ln w="0">
            <a:noFill/>
          </a:ln>
        </p:spPr>
      </p:cxnSp>
      <p:sp>
        <p:nvSpPr>
          <p:cNvPr id="935" name="Oval 31"/>
          <p:cNvSpPr/>
          <p:nvPr/>
        </p:nvSpPr>
        <p:spPr>
          <a:xfrm>
            <a:off x="8391600" y="2210760"/>
            <a:ext cx="873360" cy="427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Serial number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Oval 32"/>
          <p:cNvSpPr/>
          <p:nvPr/>
        </p:nvSpPr>
        <p:spPr>
          <a:xfrm rot="20865600">
            <a:off x="6924600" y="2430000"/>
            <a:ext cx="1127160" cy="372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Acquisition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Oval 33"/>
          <p:cNvSpPr/>
          <p:nvPr/>
        </p:nvSpPr>
        <p:spPr>
          <a:xfrm rot="3758400">
            <a:off x="9021960" y="2922120"/>
            <a:ext cx="1217520" cy="453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Operational 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6" name="Straight Arrow Connector 35"/>
          <p:cNvCxnSpPr>
            <a:stCxn id="927" idx="0"/>
            <a:endCxn id="935" idx="4"/>
          </p:cNvCxnSpPr>
          <p:nvPr/>
        </p:nvCxnSpPr>
        <p:spPr>
          <a:xfrm flipV="1">
            <a:off x="8400600" y="2638440"/>
            <a:ext cx="428040" cy="2329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937" name="Straight Arrow Connector 157"/>
          <p:cNvCxnSpPr>
            <a:stCxn id="927" idx="2"/>
            <a:endCxn id="938" idx="0"/>
          </p:cNvCxnSpPr>
          <p:nvPr/>
        </p:nvCxnSpPr>
        <p:spPr>
          <a:xfrm>
            <a:off x="8400600" y="3295440"/>
            <a:ext cx="1033920" cy="9576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38" name="Isosceles Triangle 160"/>
          <p:cNvSpPr/>
          <p:nvPr/>
        </p:nvSpPr>
        <p:spPr>
          <a:xfrm>
            <a:off x="9036000" y="4252680"/>
            <a:ext cx="812160" cy="533880"/>
          </a:xfrm>
          <a:prstGeom prst="triangle">
            <a:avLst>
              <a:gd name="adj" fmla="val 49047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Rectangle 21"/>
          <p:cNvSpPr/>
          <p:nvPr/>
        </p:nvSpPr>
        <p:spPr>
          <a:xfrm>
            <a:off x="7937640" y="5212440"/>
            <a:ext cx="860400" cy="4136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 22"/>
          <p:cNvSpPr/>
          <p:nvPr/>
        </p:nvSpPr>
        <p:spPr>
          <a:xfrm>
            <a:off x="9036000" y="5204520"/>
            <a:ext cx="860400" cy="4136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1" name="Straight Arrow Connector 165"/>
          <p:cNvCxnSpPr>
            <a:stCxn id="938" idx="3"/>
            <a:endCxn id="940" idx="0"/>
          </p:cNvCxnSpPr>
          <p:nvPr/>
        </p:nvCxnSpPr>
        <p:spPr>
          <a:xfrm>
            <a:off x="9434160" y="4786560"/>
            <a:ext cx="32400" cy="418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42" name="Straight Arrow Connector 166"/>
          <p:cNvCxnSpPr>
            <a:stCxn id="938" idx="3"/>
            <a:endCxn id="939" idx="0"/>
          </p:cNvCxnSpPr>
          <p:nvPr/>
        </p:nvCxnSpPr>
        <p:spPr>
          <a:xfrm flipH="1">
            <a:off x="8367840" y="4786560"/>
            <a:ext cx="1066680" cy="426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43" name="Connector: Elbow 5"/>
          <p:cNvCxnSpPr>
            <a:stCxn id="927" idx="2"/>
            <a:endCxn id="924" idx="3"/>
          </p:cNvCxnSpPr>
          <p:nvPr/>
        </p:nvCxnSpPr>
        <p:spPr>
          <a:xfrm rot="5400000">
            <a:off x="6052680" y="2420640"/>
            <a:ext cx="1473480" cy="3223080"/>
          </a:xfrm>
          <a:prstGeom prst="curvedConnector2">
            <a:avLst/>
          </a:prstGeom>
          <a:ln w="38100"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944" name="Connector: Elbow 6"/>
          <p:cNvCxnSpPr>
            <a:stCxn id="927" idx="2"/>
            <a:endCxn id="945" idx="2"/>
          </p:cNvCxnSpPr>
          <p:nvPr/>
        </p:nvCxnSpPr>
        <p:spPr>
          <a:xfrm rot="5400000">
            <a:off x="6789240" y="1922400"/>
            <a:ext cx="238320" cy="2984400"/>
          </a:xfrm>
          <a:prstGeom prst="curvedConnector3">
            <a:avLst>
              <a:gd name="adj1" fmla="val 848865"/>
            </a:avLst>
          </a:prstGeom>
          <a:ln w="38100"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945" name="Diamond 194"/>
          <p:cNvSpPr/>
          <p:nvPr/>
        </p:nvSpPr>
        <p:spPr>
          <a:xfrm rot="21403800">
            <a:off x="5007960" y="3074400"/>
            <a:ext cx="790560" cy="458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6" name="Straight Connector 213"/>
          <p:cNvCxnSpPr>
            <a:stCxn id="945" idx="0"/>
            <a:endCxn id="881" idx="2"/>
          </p:cNvCxnSpPr>
          <p:nvPr/>
        </p:nvCxnSpPr>
        <p:spPr>
          <a:xfrm flipH="1" flipV="1">
            <a:off x="4739400" y="421560"/>
            <a:ext cx="651600" cy="26539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947" name="Connector: Elbow 8"/>
          <p:cNvCxnSpPr>
            <a:stCxn id="948" idx="3"/>
            <a:endCxn id="927" idx="3"/>
          </p:cNvCxnSpPr>
          <p:nvPr/>
        </p:nvCxnSpPr>
        <p:spPr>
          <a:xfrm flipV="1">
            <a:off x="6832080" y="3083400"/>
            <a:ext cx="2141640" cy="1031760"/>
          </a:xfrm>
          <a:prstGeom prst="curvedConnector3">
            <a:avLst>
              <a:gd name="adj1" fmla="val 110726"/>
            </a:avLst>
          </a:prstGeom>
          <a:ln w="57150">
            <a:solidFill>
              <a:srgbClr val="000000"/>
            </a:solidFill>
            <a:round/>
          </a:ln>
        </p:spPr>
      </p:cxnSp>
      <p:sp>
        <p:nvSpPr>
          <p:cNvPr id="948" name="Diamond 255"/>
          <p:cNvSpPr/>
          <p:nvPr/>
        </p:nvSpPr>
        <p:spPr>
          <a:xfrm rot="391200">
            <a:off x="5689800" y="3820320"/>
            <a:ext cx="1145520" cy="458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In_Lab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Rectangle 23"/>
          <p:cNvSpPr/>
          <p:nvPr/>
        </p:nvSpPr>
        <p:spPr>
          <a:xfrm>
            <a:off x="3551400" y="3657600"/>
            <a:ext cx="1248840" cy="3801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Laboratorie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0" name="Connector: Elbow 9"/>
          <p:cNvCxnSpPr>
            <a:stCxn id="949" idx="2"/>
            <a:endCxn id="948" idx="1"/>
          </p:cNvCxnSpPr>
          <p:nvPr/>
        </p:nvCxnSpPr>
        <p:spPr>
          <a:xfrm rot="5400000" flipH="1" flipV="1">
            <a:off x="4907880" y="3252600"/>
            <a:ext cx="53640" cy="1517760"/>
          </a:xfrm>
          <a:prstGeom prst="curvedConnector4">
            <a:avLst>
              <a:gd name="adj1" fmla="val -1351"/>
              <a:gd name="adj2" fmla="val 69727"/>
            </a:avLst>
          </a:prstGeom>
          <a:ln w="57150">
            <a:solidFill>
              <a:srgbClr val="000000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117600" y="316744"/>
            <a:ext cx="1507067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Certifications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4173750" y="1296432"/>
            <a:ext cx="1264439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u="sng" dirty="0" err="1" smtClean="0">
                <a:solidFill>
                  <a:schemeClr val="tx1"/>
                </a:solidFill>
              </a:rPr>
              <a:t>Reserv</a:t>
            </a:r>
            <a:r>
              <a:rPr lang="fr-FR" sz="1100" u="sng" dirty="0" smtClean="0">
                <a:solidFill>
                  <a:schemeClr val="tx1"/>
                </a:solidFill>
              </a:rPr>
              <a:t> id</a:t>
            </a:r>
            <a:endParaRPr lang="fr-FR" sz="1100" u="sng" dirty="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194734" y="1073666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Safety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level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9" name="Ellipse 8"/>
          <p:cNvSpPr/>
          <p:nvPr/>
        </p:nvSpPr>
        <p:spPr>
          <a:xfrm>
            <a:off x="1117600" y="1296432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 smtClean="0">
                <a:solidFill>
                  <a:schemeClr val="tx1"/>
                </a:solidFill>
              </a:rPr>
              <a:t>Issuing</a:t>
            </a:r>
            <a:r>
              <a:rPr lang="fr-FR" sz="900" dirty="0" smtClean="0">
                <a:solidFill>
                  <a:schemeClr val="tx1"/>
                </a:solidFill>
              </a:rPr>
              <a:t> </a:t>
            </a:r>
            <a:r>
              <a:rPr lang="fr-FR" sz="900" dirty="0" err="1" smtClean="0">
                <a:solidFill>
                  <a:schemeClr val="tx1"/>
                </a:solidFill>
              </a:rPr>
              <a:t>authority</a:t>
            </a:r>
            <a:endParaRPr lang="fr-FR" sz="900" dirty="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3285066" y="922866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title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2040466" y="1217599"/>
            <a:ext cx="1126068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Validity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period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3086100" y="200983"/>
            <a:ext cx="1087650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u="sng" dirty="0" smtClean="0">
                <a:solidFill>
                  <a:schemeClr val="tx1"/>
                </a:solidFill>
              </a:rPr>
              <a:t>Code</a:t>
            </a:r>
            <a:endParaRPr lang="fr-FR" u="sng" dirty="0">
              <a:solidFill>
                <a:schemeClr val="tx1"/>
              </a:solidFill>
            </a:endParaRPr>
          </a:p>
        </p:txBody>
      </p:sp>
      <p:cxnSp>
        <p:nvCxnSpPr>
          <p:cNvPr id="14" name="Connecteur droit 13"/>
          <p:cNvCxnSpPr>
            <a:stCxn id="7" idx="7"/>
            <a:endCxn id="41" idx="1"/>
          </p:cNvCxnSpPr>
          <p:nvPr/>
        </p:nvCxnSpPr>
        <p:spPr>
          <a:xfrm flipV="1">
            <a:off x="5253016" y="842673"/>
            <a:ext cx="492565" cy="535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>
            <a:endCxn id="5" idx="1"/>
          </p:cNvCxnSpPr>
          <p:nvPr/>
        </p:nvCxnSpPr>
        <p:spPr>
          <a:xfrm flipV="1">
            <a:off x="969591" y="501410"/>
            <a:ext cx="148009" cy="655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9" idx="0"/>
            <a:endCxn id="5" idx="2"/>
          </p:cNvCxnSpPr>
          <p:nvPr/>
        </p:nvCxnSpPr>
        <p:spPr>
          <a:xfrm flipV="1">
            <a:off x="1579033" y="686076"/>
            <a:ext cx="292101" cy="610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11" idx="0"/>
          </p:cNvCxnSpPr>
          <p:nvPr/>
        </p:nvCxnSpPr>
        <p:spPr>
          <a:xfrm flipH="1" flipV="1">
            <a:off x="2332567" y="699532"/>
            <a:ext cx="270933" cy="518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10" idx="1"/>
            <a:endCxn id="5" idx="3"/>
          </p:cNvCxnSpPr>
          <p:nvPr/>
        </p:nvCxnSpPr>
        <p:spPr>
          <a:xfrm flipH="1" flipV="1">
            <a:off x="2624667" y="501410"/>
            <a:ext cx="795550" cy="5032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>
            <a:stCxn id="12" idx="2"/>
          </p:cNvCxnSpPr>
          <p:nvPr/>
        </p:nvCxnSpPr>
        <p:spPr>
          <a:xfrm flipH="1" flipV="1">
            <a:off x="2603500" y="303288"/>
            <a:ext cx="482600" cy="1770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745581" y="526281"/>
            <a:ext cx="2489200" cy="6327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Reservations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4" name="Ellipse 43"/>
          <p:cNvSpPr/>
          <p:nvPr/>
        </p:nvSpPr>
        <p:spPr>
          <a:xfrm>
            <a:off x="5318330" y="1575832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 smtClean="0">
                <a:solidFill>
                  <a:schemeClr val="tx1"/>
                </a:solidFill>
              </a:rPr>
              <a:t>Planned</a:t>
            </a:r>
            <a:r>
              <a:rPr lang="fr-FR" sz="1000" dirty="0" smtClean="0">
                <a:solidFill>
                  <a:schemeClr val="tx1"/>
                </a:solidFill>
              </a:rPr>
              <a:t> end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5" name="Connecteur droit 44"/>
          <p:cNvCxnSpPr>
            <a:stCxn id="44" idx="7"/>
          </p:cNvCxnSpPr>
          <p:nvPr/>
        </p:nvCxnSpPr>
        <p:spPr>
          <a:xfrm flipV="1">
            <a:off x="6106045" y="1122073"/>
            <a:ext cx="442543" cy="535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lipse 45"/>
          <p:cNvSpPr/>
          <p:nvPr/>
        </p:nvSpPr>
        <p:spPr>
          <a:xfrm>
            <a:off x="6434667" y="2209631"/>
            <a:ext cx="1193735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 err="1" smtClean="0">
                <a:solidFill>
                  <a:schemeClr val="tx1"/>
                </a:solidFill>
              </a:rPr>
              <a:t>purpose</a:t>
            </a:r>
            <a:endParaRPr lang="fr-FR" sz="1050" dirty="0">
              <a:solidFill>
                <a:schemeClr val="tx1"/>
              </a:solidFill>
            </a:endParaRPr>
          </a:p>
        </p:txBody>
      </p:sp>
      <p:cxnSp>
        <p:nvCxnSpPr>
          <p:cNvPr id="47" name="Connecteur droit 46"/>
          <p:cNvCxnSpPr/>
          <p:nvPr/>
        </p:nvCxnSpPr>
        <p:spPr>
          <a:xfrm flipH="1" flipV="1">
            <a:off x="6873765" y="1193231"/>
            <a:ext cx="263635" cy="1016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lipse 51"/>
          <p:cNvSpPr/>
          <p:nvPr/>
        </p:nvSpPr>
        <p:spPr>
          <a:xfrm>
            <a:off x="7137400" y="1735514"/>
            <a:ext cx="1231740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Reserv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status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53" name="Connecteur droit 52"/>
          <p:cNvCxnSpPr>
            <a:stCxn id="52" idx="7"/>
          </p:cNvCxnSpPr>
          <p:nvPr/>
        </p:nvCxnSpPr>
        <p:spPr>
          <a:xfrm flipH="1" flipV="1">
            <a:off x="7769970" y="1122074"/>
            <a:ext cx="418786" cy="695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54"/>
          <p:cNvSpPr/>
          <p:nvPr/>
        </p:nvSpPr>
        <p:spPr>
          <a:xfrm>
            <a:off x="8562012" y="1627224"/>
            <a:ext cx="1242388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 smtClean="0">
                <a:solidFill>
                  <a:schemeClr val="tx1"/>
                </a:solidFill>
              </a:rPr>
              <a:t>Submission</a:t>
            </a:r>
            <a:r>
              <a:rPr lang="fr-FR" sz="1000" dirty="0" smtClean="0">
                <a:solidFill>
                  <a:schemeClr val="tx1"/>
                </a:solidFill>
              </a:rPr>
              <a:t> </a:t>
            </a:r>
            <a:r>
              <a:rPr lang="fr-FR" sz="1000" dirty="0" err="1" smtClean="0">
                <a:solidFill>
                  <a:schemeClr val="tx1"/>
                </a:solidFill>
              </a:rPr>
              <a:t>status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56" name="Connecteur droit 55"/>
          <p:cNvCxnSpPr>
            <a:stCxn id="55" idx="7"/>
          </p:cNvCxnSpPr>
          <p:nvPr/>
        </p:nvCxnSpPr>
        <p:spPr>
          <a:xfrm flipH="1" flipV="1">
            <a:off x="8233990" y="1170480"/>
            <a:ext cx="1388466" cy="5385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lipse 57"/>
          <p:cNvSpPr/>
          <p:nvPr/>
        </p:nvSpPr>
        <p:spPr>
          <a:xfrm>
            <a:off x="8667654" y="653141"/>
            <a:ext cx="1136745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Planned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start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59" name="Connecteur droit 58"/>
          <p:cNvCxnSpPr>
            <a:stCxn id="58" idx="2"/>
            <a:endCxn id="41" idx="3"/>
          </p:cNvCxnSpPr>
          <p:nvPr/>
        </p:nvCxnSpPr>
        <p:spPr>
          <a:xfrm flipH="1" flipV="1">
            <a:off x="8234781" y="842673"/>
            <a:ext cx="432873" cy="89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Diamond 130"/>
          <p:cNvSpPr/>
          <p:nvPr/>
        </p:nvSpPr>
        <p:spPr>
          <a:xfrm rot="162503">
            <a:off x="1738574" y="3618417"/>
            <a:ext cx="1675440" cy="610560"/>
          </a:xfrm>
          <a:prstGeom prst="diamond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dirty="0" smtClean="0">
                <a:latin typeface="Arial"/>
              </a:rPr>
              <a:t>holds</a:t>
            </a:r>
            <a:endParaRPr lang="en-US" sz="1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442007" y="4841240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result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73" name="Connecteur droit 72"/>
          <p:cNvCxnSpPr>
            <a:endCxn id="71" idx="1"/>
          </p:cNvCxnSpPr>
          <p:nvPr/>
        </p:nvCxnSpPr>
        <p:spPr>
          <a:xfrm flipV="1">
            <a:off x="1195084" y="3884113"/>
            <a:ext cx="544426" cy="101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llipse 73"/>
          <p:cNvSpPr/>
          <p:nvPr/>
        </p:nvSpPr>
        <p:spPr>
          <a:xfrm>
            <a:off x="1669594" y="4750099"/>
            <a:ext cx="1302205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Expiration date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75" name="Connecteur droit 74"/>
          <p:cNvCxnSpPr>
            <a:stCxn id="74" idx="7"/>
            <a:endCxn id="71" idx="2"/>
          </p:cNvCxnSpPr>
          <p:nvPr/>
        </p:nvCxnSpPr>
        <p:spPr>
          <a:xfrm flipH="1" flipV="1">
            <a:off x="2561869" y="4228636"/>
            <a:ext cx="219226" cy="6032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lipse 77"/>
          <p:cNvSpPr/>
          <p:nvPr/>
        </p:nvSpPr>
        <p:spPr>
          <a:xfrm>
            <a:off x="3135192" y="3976488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Latest</a:t>
            </a:r>
            <a:r>
              <a:rPr lang="fr-FR" sz="1100" dirty="0" smtClean="0">
                <a:solidFill>
                  <a:schemeClr val="tx1"/>
                </a:solidFill>
              </a:rPr>
              <a:t> issue date</a:t>
            </a:r>
          </a:p>
        </p:txBody>
      </p:sp>
      <p:cxnSp>
        <p:nvCxnSpPr>
          <p:cNvPr id="79" name="Connecteur droit 78"/>
          <p:cNvCxnSpPr>
            <a:stCxn id="78" idx="7"/>
            <a:endCxn id="71" idx="3"/>
          </p:cNvCxnSpPr>
          <p:nvPr/>
        </p:nvCxnSpPr>
        <p:spPr>
          <a:xfrm flipH="1" flipV="1">
            <a:off x="3413078" y="3963281"/>
            <a:ext cx="509829" cy="95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/>
          <p:cNvSpPr/>
          <p:nvPr/>
        </p:nvSpPr>
        <p:spPr>
          <a:xfrm>
            <a:off x="5775149" y="4367705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solidFill>
                  <a:schemeClr val="tx1"/>
                </a:solidFill>
              </a:rPr>
              <a:t>start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84" name="Connecteur droit 83"/>
          <p:cNvCxnSpPr/>
          <p:nvPr/>
        </p:nvCxnSpPr>
        <p:spPr>
          <a:xfrm flipV="1">
            <a:off x="6344341" y="3833274"/>
            <a:ext cx="435417" cy="5109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lipse 84"/>
          <p:cNvSpPr/>
          <p:nvPr/>
        </p:nvSpPr>
        <p:spPr>
          <a:xfrm>
            <a:off x="6936585" y="4773372"/>
            <a:ext cx="1302205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description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86" name="Connecteur droit 85"/>
          <p:cNvCxnSpPr>
            <a:stCxn id="85" idx="7"/>
          </p:cNvCxnSpPr>
          <p:nvPr/>
        </p:nvCxnSpPr>
        <p:spPr>
          <a:xfrm flipH="1" flipV="1">
            <a:off x="7307458" y="3833274"/>
            <a:ext cx="740628" cy="10219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lipse 86"/>
          <p:cNvSpPr/>
          <p:nvPr/>
        </p:nvSpPr>
        <p:spPr>
          <a:xfrm>
            <a:off x="8402183" y="3999761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type</a:t>
            </a:r>
          </a:p>
        </p:txBody>
      </p:sp>
      <p:cxnSp>
        <p:nvCxnSpPr>
          <p:cNvPr id="88" name="Connecteur droit 87"/>
          <p:cNvCxnSpPr>
            <a:stCxn id="87" idx="7"/>
            <a:endCxn id="89" idx="3"/>
          </p:cNvCxnSpPr>
          <p:nvPr/>
        </p:nvCxnSpPr>
        <p:spPr>
          <a:xfrm flipH="1" flipV="1">
            <a:off x="8179938" y="3381716"/>
            <a:ext cx="1009960" cy="699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6327316" y="2930157"/>
            <a:ext cx="1852622" cy="90311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Maintenance </a:t>
            </a:r>
            <a:r>
              <a:rPr lang="fr-FR" dirty="0" err="1" smtClean="0">
                <a:solidFill>
                  <a:schemeClr val="tx1"/>
                </a:solidFill>
              </a:rPr>
              <a:t>operations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92" name="Connecteur droit 91"/>
          <p:cNvCxnSpPr/>
          <p:nvPr/>
        </p:nvCxnSpPr>
        <p:spPr>
          <a:xfrm>
            <a:off x="6106045" y="4750099"/>
            <a:ext cx="294848" cy="116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lipse 93"/>
          <p:cNvSpPr/>
          <p:nvPr/>
        </p:nvSpPr>
        <p:spPr>
          <a:xfrm>
            <a:off x="4309533" y="2930157"/>
            <a:ext cx="1230432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outcome</a:t>
            </a:r>
            <a:endParaRPr lang="fr-FR" sz="1100" dirty="0" smtClean="0">
              <a:solidFill>
                <a:schemeClr val="tx1"/>
              </a:solidFill>
            </a:endParaRPr>
          </a:p>
        </p:txBody>
      </p:sp>
      <p:cxnSp>
        <p:nvCxnSpPr>
          <p:cNvPr id="95" name="Connecteur droit 94"/>
          <p:cNvCxnSpPr>
            <a:stCxn id="94" idx="7"/>
          </p:cNvCxnSpPr>
          <p:nvPr/>
        </p:nvCxnSpPr>
        <p:spPr>
          <a:xfrm flipV="1">
            <a:off x="5359772" y="2930157"/>
            <a:ext cx="984569" cy="81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lipse 95"/>
          <p:cNvSpPr/>
          <p:nvPr/>
        </p:nvSpPr>
        <p:spPr>
          <a:xfrm>
            <a:off x="4718270" y="3697088"/>
            <a:ext cx="922866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97" name="Connecteur droit 96"/>
          <p:cNvCxnSpPr>
            <a:stCxn id="96" idx="7"/>
            <a:endCxn id="89" idx="1"/>
          </p:cNvCxnSpPr>
          <p:nvPr/>
        </p:nvCxnSpPr>
        <p:spPr>
          <a:xfrm flipV="1">
            <a:off x="5505985" y="3381716"/>
            <a:ext cx="821331" cy="397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Diamond 130"/>
          <p:cNvSpPr/>
          <p:nvPr/>
        </p:nvSpPr>
        <p:spPr>
          <a:xfrm rot="162503">
            <a:off x="1753083" y="2074907"/>
            <a:ext cx="1527617" cy="610560"/>
          </a:xfrm>
          <a:prstGeom prst="diamond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 dirty="0" smtClean="0">
                <a:effectLst/>
                <a:uFillTx/>
                <a:latin typeface="Arial"/>
              </a:rPr>
              <a:t>approves</a:t>
            </a:r>
            <a:endParaRPr lang="en-US" sz="1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05" name="Ellipse 104"/>
          <p:cNvSpPr/>
          <p:nvPr/>
        </p:nvSpPr>
        <p:spPr>
          <a:xfrm>
            <a:off x="451757" y="3307804"/>
            <a:ext cx="1127275" cy="55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Who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approved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106" name="Connecteur droit 105"/>
          <p:cNvCxnSpPr>
            <a:endCxn id="104" idx="2"/>
          </p:cNvCxnSpPr>
          <p:nvPr/>
        </p:nvCxnSpPr>
        <p:spPr>
          <a:xfrm flipV="1">
            <a:off x="1204835" y="2685126"/>
            <a:ext cx="1297632" cy="684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5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1" name="Connector 1"/>
          <p:cNvCxnSpPr/>
          <p:nvPr/>
        </p:nvCxnSpPr>
        <p:spPr>
          <a:xfrm>
            <a:off x="5064840" y="2721600"/>
            <a:ext cx="630360" cy="360"/>
          </a:xfrm>
          <a:prstGeom prst="straightConnector1">
            <a:avLst/>
          </a:prstGeom>
          <a:ln w="76200">
            <a:solidFill>
              <a:srgbClr val="000000"/>
            </a:solidFill>
            <a:tailEnd type="triangle" w="med" len="med"/>
          </a:ln>
        </p:spPr>
      </p:cxnSp>
      <p:cxnSp>
        <p:nvCxnSpPr>
          <p:cNvPr id="952" name="Connector 2"/>
          <p:cNvCxnSpPr/>
          <p:nvPr/>
        </p:nvCxnSpPr>
        <p:spPr>
          <a:xfrm>
            <a:off x="7008120" y="2721600"/>
            <a:ext cx="401400" cy="360"/>
          </a:xfrm>
          <a:prstGeom prst="straightConnector1">
            <a:avLst/>
          </a:prstGeom>
          <a:ln w="20320">
            <a:solidFill>
              <a:srgbClr val="000000"/>
            </a:solidFill>
          </a:ln>
        </p:spPr>
      </p:cxnSp>
      <p:cxnSp>
        <p:nvCxnSpPr>
          <p:cNvPr id="953" name="Connector 3"/>
          <p:cNvCxnSpPr/>
          <p:nvPr/>
        </p:nvCxnSpPr>
        <p:spPr>
          <a:xfrm flipH="1" flipV="1">
            <a:off x="1738800" y="1209600"/>
            <a:ext cx="1323360" cy="1172160"/>
          </a:xfrm>
          <a:prstGeom prst="straightConnector1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954" name="Connector 4"/>
          <p:cNvCxnSpPr/>
          <p:nvPr/>
        </p:nvCxnSpPr>
        <p:spPr>
          <a:xfrm flipH="1" flipV="1">
            <a:off x="907200" y="2154600"/>
            <a:ext cx="2041560" cy="431280"/>
          </a:xfrm>
          <a:prstGeom prst="straightConnector1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955" name="Connector 5"/>
          <p:cNvCxnSpPr/>
          <p:nvPr/>
        </p:nvCxnSpPr>
        <p:spPr>
          <a:xfrm flipH="1">
            <a:off x="907200" y="2721600"/>
            <a:ext cx="2041560" cy="264960"/>
          </a:xfrm>
          <a:prstGeom prst="straightConnector1">
            <a:avLst/>
          </a:prstGeom>
          <a:ln w="17780">
            <a:solidFill>
              <a:srgbClr val="000000"/>
            </a:solidFill>
            <a:tailEnd type="triangle" w="med" len="med"/>
          </a:ln>
        </p:spPr>
      </p:cxnSp>
      <p:cxnSp>
        <p:nvCxnSpPr>
          <p:cNvPr id="956" name="Connector 6"/>
          <p:cNvCxnSpPr/>
          <p:nvPr/>
        </p:nvCxnSpPr>
        <p:spPr>
          <a:xfrm flipH="1">
            <a:off x="907200" y="2872800"/>
            <a:ext cx="2041560" cy="945720"/>
          </a:xfrm>
          <a:prstGeom prst="straightConnector1">
            <a:avLst/>
          </a:prstGeom>
          <a:ln w="17780">
            <a:solidFill>
              <a:srgbClr val="000000"/>
            </a:solidFill>
            <a:tailEnd type="triangle" w="med" len="med"/>
          </a:ln>
        </p:spPr>
      </p:cxnSp>
      <p:cxnSp>
        <p:nvCxnSpPr>
          <p:cNvPr id="957" name="Connector 7"/>
          <p:cNvCxnSpPr/>
          <p:nvPr/>
        </p:nvCxnSpPr>
        <p:spPr>
          <a:xfrm flipH="1">
            <a:off x="1738800" y="3061800"/>
            <a:ext cx="1323360" cy="1474920"/>
          </a:xfrm>
          <a:prstGeom prst="straightConnector1">
            <a:avLst/>
          </a:prstGeom>
          <a:ln w="17780">
            <a:solidFill>
              <a:srgbClr val="000000"/>
            </a:solidFill>
            <a:tailEnd type="triangle" w="med" len="med"/>
          </a:ln>
        </p:spPr>
      </p:cxnSp>
      <p:sp>
        <p:nvSpPr>
          <p:cNvPr id="958" name="Rectangle 9"/>
          <p:cNvSpPr/>
          <p:nvPr/>
        </p:nvSpPr>
        <p:spPr>
          <a:xfrm>
            <a:off x="2832840" y="2306160"/>
            <a:ext cx="2232000" cy="83124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37800" rIns="75600" bIns="378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Calibration_record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Diamond 11"/>
          <p:cNvSpPr/>
          <p:nvPr/>
        </p:nvSpPr>
        <p:spPr>
          <a:xfrm>
            <a:off x="5694840" y="2170080"/>
            <a:ext cx="1468800" cy="1133640"/>
          </a:xfrm>
          <a:prstGeom prst="diamond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37800" rIns="75600" bIns="378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Calibratest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Rectangle 13"/>
          <p:cNvSpPr/>
          <p:nvPr/>
        </p:nvSpPr>
        <p:spPr>
          <a:xfrm>
            <a:off x="7409160" y="2343960"/>
            <a:ext cx="1587240" cy="7556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0240" tIns="15120" rIns="30240" bIns="15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Unit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Oval 14"/>
          <p:cNvSpPr/>
          <p:nvPr/>
        </p:nvSpPr>
        <p:spPr>
          <a:xfrm>
            <a:off x="982800" y="960120"/>
            <a:ext cx="1511640" cy="49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0240" tIns="15120" rIns="30240" bIns="15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Calibration date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---------------------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Oval 15"/>
          <p:cNvSpPr/>
          <p:nvPr/>
        </p:nvSpPr>
        <p:spPr>
          <a:xfrm>
            <a:off x="151200" y="1905480"/>
            <a:ext cx="1511640" cy="49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0240" tIns="15120" rIns="30240" bIns="15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calibration_type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Oval 16"/>
          <p:cNvSpPr/>
          <p:nvPr/>
        </p:nvSpPr>
        <p:spPr>
          <a:xfrm>
            <a:off x="151200" y="2737080"/>
            <a:ext cx="1511640" cy="49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0240" tIns="15120" rIns="30240" bIns="15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Oval 17"/>
          <p:cNvSpPr/>
          <p:nvPr/>
        </p:nvSpPr>
        <p:spPr>
          <a:xfrm>
            <a:off x="151200" y="3568680"/>
            <a:ext cx="1511640" cy="49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0240" tIns="15120" rIns="30240" bIns="15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next_due_date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Oval 18"/>
          <p:cNvSpPr/>
          <p:nvPr/>
        </p:nvSpPr>
        <p:spPr>
          <a:xfrm>
            <a:off x="982800" y="4286880"/>
            <a:ext cx="1511640" cy="49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0240" tIns="15120" rIns="30240" bIns="15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remarks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6" name="Connecteur droit 24"/>
          <p:cNvCxnSpPr/>
          <p:nvPr/>
        </p:nvCxnSpPr>
        <p:spPr>
          <a:xfrm>
            <a:off x="4482000" y="491400"/>
            <a:ext cx="3364200" cy="718560"/>
          </a:xfrm>
          <a:prstGeom prst="straightConnector1">
            <a:avLst/>
          </a:prstGeom>
          <a:ln>
            <a:noFill/>
          </a:ln>
        </p:spPr>
      </p:cxnSp>
      <p:cxnSp>
        <p:nvCxnSpPr>
          <p:cNvPr id="967" name="Connecteur droit 26"/>
          <p:cNvCxnSpPr/>
          <p:nvPr/>
        </p:nvCxnSpPr>
        <p:spPr>
          <a:xfrm>
            <a:off x="6066000" y="850320"/>
            <a:ext cx="2196360" cy="268200"/>
          </a:xfrm>
          <a:prstGeom prst="straightConnector1">
            <a:avLst/>
          </a:prstGeom>
          <a:ln>
            <a:noFill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Rectangle 12"/>
          <p:cNvSpPr/>
          <p:nvPr/>
        </p:nvSpPr>
        <p:spPr>
          <a:xfrm>
            <a:off x="1285200" y="3496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9" name="Connector 4"/>
          <p:cNvCxnSpPr/>
          <p:nvPr/>
        </p:nvCxnSpPr>
        <p:spPr>
          <a:xfrm flipH="1" flipV="1">
            <a:off x="1058400" y="3439800"/>
            <a:ext cx="378360" cy="2653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70" name="Connector 5"/>
          <p:cNvCxnSpPr/>
          <p:nvPr/>
        </p:nvCxnSpPr>
        <p:spPr>
          <a:xfrm flipH="1">
            <a:off x="1285200" y="389376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71" name="Connector 6"/>
          <p:cNvCxnSpPr/>
          <p:nvPr/>
        </p:nvCxnSpPr>
        <p:spPr>
          <a:xfrm flipH="1">
            <a:off x="945000" y="4135680"/>
            <a:ext cx="718560" cy="60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72" name="Connector 7"/>
          <p:cNvCxnSpPr/>
          <p:nvPr/>
        </p:nvCxnSpPr>
        <p:spPr>
          <a:xfrm flipH="1">
            <a:off x="1436400" y="4135680"/>
            <a:ext cx="491760" cy="552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73" name="Connector 8"/>
          <p:cNvCxnSpPr/>
          <p:nvPr/>
        </p:nvCxnSpPr>
        <p:spPr>
          <a:xfrm>
            <a:off x="2419200" y="4135680"/>
            <a:ext cx="227160" cy="627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974" name="Oval 9"/>
          <p:cNvSpPr/>
          <p:nvPr/>
        </p:nvSpPr>
        <p:spPr>
          <a:xfrm>
            <a:off x="302400" y="3243600"/>
            <a:ext cx="755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Oval 10"/>
          <p:cNvSpPr/>
          <p:nvPr/>
        </p:nvSpPr>
        <p:spPr>
          <a:xfrm>
            <a:off x="151200" y="36972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Oval 11"/>
          <p:cNvSpPr/>
          <p:nvPr/>
        </p:nvSpPr>
        <p:spPr>
          <a:xfrm>
            <a:off x="113400" y="41508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unit_of_measure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Oval 12"/>
          <p:cNvSpPr/>
          <p:nvPr/>
        </p:nvSpPr>
        <p:spPr>
          <a:xfrm>
            <a:off x="680400" y="46422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reorder_threshold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Oval 13"/>
          <p:cNvSpPr/>
          <p:nvPr/>
        </p:nvSpPr>
        <p:spPr>
          <a:xfrm>
            <a:off x="2003400" y="4755600"/>
            <a:ext cx="12848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hazard_level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Rectangle 14"/>
          <p:cNvSpPr/>
          <p:nvPr/>
        </p:nvSpPr>
        <p:spPr>
          <a:xfrm>
            <a:off x="7560360" y="19468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Rectangle 15"/>
          <p:cNvSpPr/>
          <p:nvPr/>
        </p:nvSpPr>
        <p:spPr>
          <a:xfrm>
            <a:off x="1285200" y="3496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1" name="Connector 4"/>
          <p:cNvCxnSpPr/>
          <p:nvPr/>
        </p:nvCxnSpPr>
        <p:spPr>
          <a:xfrm flipH="1" flipV="1">
            <a:off x="1058400" y="3439800"/>
            <a:ext cx="378360" cy="2653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82" name="Connector 5"/>
          <p:cNvCxnSpPr/>
          <p:nvPr/>
        </p:nvCxnSpPr>
        <p:spPr>
          <a:xfrm flipH="1">
            <a:off x="1285200" y="389376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83" name="Connector 6"/>
          <p:cNvCxnSpPr/>
          <p:nvPr/>
        </p:nvCxnSpPr>
        <p:spPr>
          <a:xfrm flipH="1">
            <a:off x="945000" y="4135680"/>
            <a:ext cx="718560" cy="60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84" name="Connector 7"/>
          <p:cNvCxnSpPr/>
          <p:nvPr/>
        </p:nvCxnSpPr>
        <p:spPr>
          <a:xfrm flipH="1">
            <a:off x="1436400" y="4135680"/>
            <a:ext cx="491760" cy="55224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985" name="Connector 8"/>
          <p:cNvCxnSpPr/>
          <p:nvPr/>
        </p:nvCxnSpPr>
        <p:spPr>
          <a:xfrm>
            <a:off x="2419200" y="4135680"/>
            <a:ext cx="227160" cy="627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986" name="Oval 9"/>
          <p:cNvSpPr/>
          <p:nvPr/>
        </p:nvSpPr>
        <p:spPr>
          <a:xfrm>
            <a:off x="302400" y="3243600"/>
            <a:ext cx="755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Oval 10"/>
          <p:cNvSpPr/>
          <p:nvPr/>
        </p:nvSpPr>
        <p:spPr>
          <a:xfrm>
            <a:off x="151200" y="36972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Oval 11"/>
          <p:cNvSpPr/>
          <p:nvPr/>
        </p:nvSpPr>
        <p:spPr>
          <a:xfrm>
            <a:off x="113400" y="41508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unit_of_measure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Oval 12"/>
          <p:cNvSpPr/>
          <p:nvPr/>
        </p:nvSpPr>
        <p:spPr>
          <a:xfrm>
            <a:off x="680400" y="46422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reorder_threshold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Oval 13"/>
          <p:cNvSpPr/>
          <p:nvPr/>
        </p:nvSpPr>
        <p:spPr>
          <a:xfrm>
            <a:off x="2003400" y="4755600"/>
            <a:ext cx="12848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hazard_level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Rectangle 16"/>
          <p:cNvSpPr/>
          <p:nvPr/>
        </p:nvSpPr>
        <p:spPr>
          <a:xfrm>
            <a:off x="7560360" y="19468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2" name="Connector 16"/>
          <p:cNvCxnSpPr/>
          <p:nvPr/>
        </p:nvCxnSpPr>
        <p:spPr>
          <a:xfrm>
            <a:off x="9072360" y="22680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993" name="Rectangle 17"/>
          <p:cNvSpPr/>
          <p:nvPr/>
        </p:nvSpPr>
        <p:spPr>
          <a:xfrm>
            <a:off x="1285200" y="1417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4" name="Connector 19"/>
          <p:cNvCxnSpPr/>
          <p:nvPr/>
        </p:nvCxnSpPr>
        <p:spPr>
          <a:xfrm flipH="1" flipV="1">
            <a:off x="1323000" y="1285200"/>
            <a:ext cx="113760" cy="189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95" name="Connector 20"/>
          <p:cNvCxnSpPr/>
          <p:nvPr/>
        </p:nvCxnSpPr>
        <p:spPr>
          <a:xfrm flipH="1">
            <a:off x="1285200" y="17766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96" name="Connector 21"/>
          <p:cNvCxnSpPr/>
          <p:nvPr/>
        </p:nvCxnSpPr>
        <p:spPr>
          <a:xfrm flipH="1">
            <a:off x="982800" y="2056320"/>
            <a:ext cx="680760" cy="174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997" name="Connector 22"/>
          <p:cNvCxnSpPr/>
          <p:nvPr/>
        </p:nvCxnSpPr>
        <p:spPr>
          <a:xfrm flipH="1" flipV="1">
            <a:off x="1512000" y="1020600"/>
            <a:ext cx="529560" cy="4010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998" name="Oval 23"/>
          <p:cNvSpPr/>
          <p:nvPr/>
        </p:nvSpPr>
        <p:spPr>
          <a:xfrm>
            <a:off x="113400" y="1088640"/>
            <a:ext cx="12092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supplier_id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Oval 24"/>
          <p:cNvSpPr/>
          <p:nvPr/>
        </p:nvSpPr>
        <p:spPr>
          <a:xfrm>
            <a:off x="151200" y="158004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Oval 25"/>
          <p:cNvSpPr/>
          <p:nvPr/>
        </p:nvSpPr>
        <p:spPr>
          <a:xfrm>
            <a:off x="151200" y="207180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contact_email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Oval 26"/>
          <p:cNvSpPr/>
          <p:nvPr/>
        </p:nvSpPr>
        <p:spPr>
          <a:xfrm>
            <a:off x="793800" y="63504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phone_number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2" name="Connector 9"/>
          <p:cNvCxnSpPr/>
          <p:nvPr/>
        </p:nvCxnSpPr>
        <p:spPr>
          <a:xfrm>
            <a:off x="2797200" y="1738800"/>
            <a:ext cx="1512360" cy="5295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03" name="Connector 10"/>
          <p:cNvCxnSpPr/>
          <p:nvPr/>
        </p:nvCxnSpPr>
        <p:spPr>
          <a:xfrm flipV="1">
            <a:off x="2494800" y="2464560"/>
            <a:ext cx="2196000" cy="103608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04" name="Connector 11"/>
          <p:cNvCxnSpPr/>
          <p:nvPr/>
        </p:nvCxnSpPr>
        <p:spPr>
          <a:xfrm flipH="1">
            <a:off x="5707800" y="2268000"/>
            <a:ext cx="185292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05" name="Rectangle 6"/>
          <p:cNvSpPr/>
          <p:nvPr/>
        </p:nvSpPr>
        <p:spPr>
          <a:xfrm>
            <a:off x="1285200" y="3496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6" name="Connector 12"/>
          <p:cNvCxnSpPr/>
          <p:nvPr/>
        </p:nvCxnSpPr>
        <p:spPr>
          <a:xfrm flipH="1" flipV="1">
            <a:off x="1058400" y="3439800"/>
            <a:ext cx="378360" cy="2653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07" name="Connector 13"/>
          <p:cNvCxnSpPr/>
          <p:nvPr/>
        </p:nvCxnSpPr>
        <p:spPr>
          <a:xfrm flipH="1">
            <a:off x="1285200" y="389376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08" name="Connector 23"/>
          <p:cNvCxnSpPr/>
          <p:nvPr/>
        </p:nvCxnSpPr>
        <p:spPr>
          <a:xfrm flipH="1">
            <a:off x="945000" y="4135680"/>
            <a:ext cx="718560" cy="60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09" name="Connector 24"/>
          <p:cNvCxnSpPr/>
          <p:nvPr/>
        </p:nvCxnSpPr>
        <p:spPr>
          <a:xfrm flipH="1">
            <a:off x="1436400" y="4135680"/>
            <a:ext cx="491760" cy="552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10" name="Connector 25"/>
          <p:cNvCxnSpPr/>
          <p:nvPr/>
        </p:nvCxnSpPr>
        <p:spPr>
          <a:xfrm>
            <a:off x="2419200" y="4135680"/>
            <a:ext cx="227160" cy="627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11" name="Oval 12"/>
          <p:cNvSpPr/>
          <p:nvPr/>
        </p:nvSpPr>
        <p:spPr>
          <a:xfrm>
            <a:off x="302400" y="3243600"/>
            <a:ext cx="755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Oval 13"/>
          <p:cNvSpPr/>
          <p:nvPr/>
        </p:nvSpPr>
        <p:spPr>
          <a:xfrm>
            <a:off x="151200" y="36972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Oval 14"/>
          <p:cNvSpPr/>
          <p:nvPr/>
        </p:nvSpPr>
        <p:spPr>
          <a:xfrm>
            <a:off x="113400" y="41508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unit_of_measure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Oval 15"/>
          <p:cNvSpPr/>
          <p:nvPr/>
        </p:nvSpPr>
        <p:spPr>
          <a:xfrm>
            <a:off x="680400" y="46422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reorder_threshold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Oval 16"/>
          <p:cNvSpPr/>
          <p:nvPr/>
        </p:nvSpPr>
        <p:spPr>
          <a:xfrm>
            <a:off x="2003400" y="4755600"/>
            <a:ext cx="12848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hazard_level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Rectangle 17"/>
          <p:cNvSpPr/>
          <p:nvPr/>
        </p:nvSpPr>
        <p:spPr>
          <a:xfrm>
            <a:off x="7560360" y="19468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7" name="Connector 33"/>
          <p:cNvCxnSpPr/>
          <p:nvPr/>
        </p:nvCxnSpPr>
        <p:spPr>
          <a:xfrm>
            <a:off x="9072360" y="22680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18" name="Rectangle 21"/>
          <p:cNvSpPr/>
          <p:nvPr/>
        </p:nvSpPr>
        <p:spPr>
          <a:xfrm>
            <a:off x="1285200" y="1417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9" name="Connector 34"/>
          <p:cNvCxnSpPr/>
          <p:nvPr/>
        </p:nvCxnSpPr>
        <p:spPr>
          <a:xfrm flipH="1" flipV="1">
            <a:off x="1323000" y="1285200"/>
            <a:ext cx="113760" cy="189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20" name="Connector 35"/>
          <p:cNvCxnSpPr/>
          <p:nvPr/>
        </p:nvCxnSpPr>
        <p:spPr>
          <a:xfrm flipH="1">
            <a:off x="1285200" y="17766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21" name="Connector 36"/>
          <p:cNvCxnSpPr/>
          <p:nvPr/>
        </p:nvCxnSpPr>
        <p:spPr>
          <a:xfrm flipH="1">
            <a:off x="982800" y="2056320"/>
            <a:ext cx="680760" cy="174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22" name="Connector 37"/>
          <p:cNvCxnSpPr/>
          <p:nvPr/>
        </p:nvCxnSpPr>
        <p:spPr>
          <a:xfrm flipH="1" flipV="1">
            <a:off x="1512000" y="1020600"/>
            <a:ext cx="529560" cy="4010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23" name="Oval 26"/>
          <p:cNvSpPr/>
          <p:nvPr/>
        </p:nvSpPr>
        <p:spPr>
          <a:xfrm>
            <a:off x="113400" y="1088640"/>
            <a:ext cx="12092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supplier_id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Oval 27"/>
          <p:cNvSpPr/>
          <p:nvPr/>
        </p:nvSpPr>
        <p:spPr>
          <a:xfrm>
            <a:off x="151200" y="158004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Oval 28"/>
          <p:cNvSpPr/>
          <p:nvPr/>
        </p:nvSpPr>
        <p:spPr>
          <a:xfrm>
            <a:off x="151200" y="207180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contact_email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Oval 29"/>
          <p:cNvSpPr/>
          <p:nvPr/>
        </p:nvSpPr>
        <p:spPr>
          <a:xfrm>
            <a:off x="793800" y="63504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phone_number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Diamond 30"/>
          <p:cNvSpPr/>
          <p:nvPr/>
        </p:nvSpPr>
        <p:spPr>
          <a:xfrm>
            <a:off x="4271760" y="1833480"/>
            <a:ext cx="1436040" cy="8690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Diamond 40"/>
          <p:cNvSpPr/>
          <p:nvPr/>
        </p:nvSpPr>
        <p:spPr>
          <a:xfrm>
            <a:off x="6294240" y="4309560"/>
            <a:ext cx="1322640" cy="7556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Rectangle 36"/>
          <p:cNvSpPr/>
          <p:nvPr/>
        </p:nvSpPr>
        <p:spPr>
          <a:xfrm>
            <a:off x="4647960" y="2702880"/>
            <a:ext cx="3014280" cy="160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37800" rIns="75600" bIns="378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030" name="Connector 3"/>
          <p:cNvCxnSpPr/>
          <p:nvPr/>
        </p:nvCxnSpPr>
        <p:spPr>
          <a:xfrm>
            <a:off x="2797200" y="1738800"/>
            <a:ext cx="1512360" cy="5295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31" name="Connector 4"/>
          <p:cNvCxnSpPr/>
          <p:nvPr/>
        </p:nvCxnSpPr>
        <p:spPr>
          <a:xfrm flipV="1">
            <a:off x="2494800" y="2464560"/>
            <a:ext cx="2117160" cy="103608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  <p:cxnSp>
        <p:nvCxnSpPr>
          <p:cNvPr id="1032" name="Connector 5"/>
          <p:cNvCxnSpPr/>
          <p:nvPr/>
        </p:nvCxnSpPr>
        <p:spPr>
          <a:xfrm flipH="1">
            <a:off x="5707800" y="2268000"/>
            <a:ext cx="185292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33" name="Connector 6"/>
          <p:cNvCxnSpPr/>
          <p:nvPr/>
        </p:nvCxnSpPr>
        <p:spPr>
          <a:xfrm flipV="1">
            <a:off x="2797200" y="3780360"/>
            <a:ext cx="2548080" cy="381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34" name="Connector 7"/>
          <p:cNvCxnSpPr>
            <a:endCxn id="1035" idx="3"/>
          </p:cNvCxnSpPr>
          <p:nvPr/>
        </p:nvCxnSpPr>
        <p:spPr>
          <a:xfrm flipH="1">
            <a:off x="6577200" y="2585520"/>
            <a:ext cx="2278080" cy="119520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36" name="Connector 8"/>
          <p:cNvCxnSpPr>
            <a:endCxn id="1028" idx="1"/>
          </p:cNvCxnSpPr>
          <p:nvPr/>
        </p:nvCxnSpPr>
        <p:spPr>
          <a:xfrm>
            <a:off x="5972760" y="4309560"/>
            <a:ext cx="321840" cy="378360"/>
          </a:xfrm>
          <a:prstGeom prst="straightConnector1">
            <a:avLst/>
          </a:prstGeom>
          <a:ln w="57150">
            <a:solidFill>
              <a:srgbClr val="000000"/>
            </a:solidFill>
            <a:tailEnd type="arrow" w="med" len="med"/>
          </a:ln>
        </p:spPr>
      </p:cxnSp>
      <p:cxnSp>
        <p:nvCxnSpPr>
          <p:cNvPr id="1037" name="Connector 9"/>
          <p:cNvCxnSpPr/>
          <p:nvPr/>
        </p:nvCxnSpPr>
        <p:spPr>
          <a:xfrm>
            <a:off x="7613280" y="4687560"/>
            <a:ext cx="9864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38" name="Rectangle 10"/>
          <p:cNvSpPr/>
          <p:nvPr/>
        </p:nvSpPr>
        <p:spPr>
          <a:xfrm>
            <a:off x="1285200" y="3496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9" name="Connector 11"/>
          <p:cNvCxnSpPr/>
          <p:nvPr/>
        </p:nvCxnSpPr>
        <p:spPr>
          <a:xfrm flipH="1" flipV="1">
            <a:off x="1058400" y="3439800"/>
            <a:ext cx="378360" cy="2653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40" name="Connector 12"/>
          <p:cNvCxnSpPr/>
          <p:nvPr/>
        </p:nvCxnSpPr>
        <p:spPr>
          <a:xfrm flipH="1">
            <a:off x="1285200" y="389376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41" name="Connector 13"/>
          <p:cNvCxnSpPr/>
          <p:nvPr/>
        </p:nvCxnSpPr>
        <p:spPr>
          <a:xfrm flipH="1">
            <a:off x="945000" y="4135680"/>
            <a:ext cx="718560" cy="60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42" name="Connector 14"/>
          <p:cNvCxnSpPr/>
          <p:nvPr/>
        </p:nvCxnSpPr>
        <p:spPr>
          <a:xfrm flipH="1">
            <a:off x="1436400" y="4135680"/>
            <a:ext cx="491760" cy="552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43" name="Connector 15"/>
          <p:cNvCxnSpPr/>
          <p:nvPr/>
        </p:nvCxnSpPr>
        <p:spPr>
          <a:xfrm>
            <a:off x="2419200" y="4135680"/>
            <a:ext cx="227160" cy="627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44" name="Oval 16"/>
          <p:cNvSpPr/>
          <p:nvPr/>
        </p:nvSpPr>
        <p:spPr>
          <a:xfrm>
            <a:off x="302400" y="3243600"/>
            <a:ext cx="755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Oval 17"/>
          <p:cNvSpPr/>
          <p:nvPr/>
        </p:nvSpPr>
        <p:spPr>
          <a:xfrm>
            <a:off x="151200" y="36972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Oval 18"/>
          <p:cNvSpPr/>
          <p:nvPr/>
        </p:nvSpPr>
        <p:spPr>
          <a:xfrm>
            <a:off x="113400" y="41508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unit_of_measure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Oval 19"/>
          <p:cNvSpPr/>
          <p:nvPr/>
        </p:nvSpPr>
        <p:spPr>
          <a:xfrm>
            <a:off x="680400" y="46422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reorder_threshold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Oval 20"/>
          <p:cNvSpPr/>
          <p:nvPr/>
        </p:nvSpPr>
        <p:spPr>
          <a:xfrm>
            <a:off x="2003400" y="4755600"/>
            <a:ext cx="12848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hazard_level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Rectangle 21"/>
          <p:cNvSpPr/>
          <p:nvPr/>
        </p:nvSpPr>
        <p:spPr>
          <a:xfrm>
            <a:off x="7560360" y="19468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0" name="Connector 23"/>
          <p:cNvCxnSpPr/>
          <p:nvPr/>
        </p:nvCxnSpPr>
        <p:spPr>
          <a:xfrm>
            <a:off x="9072360" y="22680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51" name="Rectangle 25"/>
          <p:cNvSpPr/>
          <p:nvPr/>
        </p:nvSpPr>
        <p:spPr>
          <a:xfrm>
            <a:off x="1285200" y="1417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2" name="Connector 26"/>
          <p:cNvCxnSpPr/>
          <p:nvPr/>
        </p:nvCxnSpPr>
        <p:spPr>
          <a:xfrm flipH="1" flipV="1">
            <a:off x="1323000" y="1285200"/>
            <a:ext cx="113760" cy="189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53" name="Connector 27"/>
          <p:cNvCxnSpPr/>
          <p:nvPr/>
        </p:nvCxnSpPr>
        <p:spPr>
          <a:xfrm flipH="1">
            <a:off x="1285200" y="17766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54" name="Connector 28"/>
          <p:cNvCxnSpPr/>
          <p:nvPr/>
        </p:nvCxnSpPr>
        <p:spPr>
          <a:xfrm flipH="1">
            <a:off x="982800" y="2056320"/>
            <a:ext cx="680760" cy="174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55" name="Connector 29"/>
          <p:cNvCxnSpPr/>
          <p:nvPr/>
        </p:nvCxnSpPr>
        <p:spPr>
          <a:xfrm flipH="1" flipV="1">
            <a:off x="1512000" y="1020600"/>
            <a:ext cx="529560" cy="4010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56" name="Oval 30"/>
          <p:cNvSpPr/>
          <p:nvPr/>
        </p:nvSpPr>
        <p:spPr>
          <a:xfrm>
            <a:off x="113400" y="1088640"/>
            <a:ext cx="12092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supplier_id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Oval 31"/>
          <p:cNvSpPr/>
          <p:nvPr/>
        </p:nvSpPr>
        <p:spPr>
          <a:xfrm>
            <a:off x="151200" y="158004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Oval 32"/>
          <p:cNvSpPr/>
          <p:nvPr/>
        </p:nvSpPr>
        <p:spPr>
          <a:xfrm>
            <a:off x="151200" y="207180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contact_email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Oval 33"/>
          <p:cNvSpPr/>
          <p:nvPr/>
        </p:nvSpPr>
        <p:spPr>
          <a:xfrm>
            <a:off x="793800" y="63504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phone_number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Diamond 3"/>
          <p:cNvSpPr/>
          <p:nvPr/>
        </p:nvSpPr>
        <p:spPr>
          <a:xfrm>
            <a:off x="4271760" y="1833480"/>
            <a:ext cx="1436040" cy="8690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Diamond 4"/>
          <p:cNvSpPr/>
          <p:nvPr/>
        </p:nvSpPr>
        <p:spPr>
          <a:xfrm>
            <a:off x="5367960" y="3402360"/>
            <a:ext cx="1209240" cy="7556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Rectangle 38"/>
          <p:cNvSpPr/>
          <p:nvPr/>
        </p:nvSpPr>
        <p:spPr>
          <a:xfrm>
            <a:off x="7711560" y="436644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Technical Staff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Box 39"/>
          <p:cNvSpPr/>
          <p:nvPr/>
        </p:nvSpPr>
        <p:spPr>
          <a:xfrm>
            <a:off x="8391240" y="5009040"/>
            <a:ext cx="15228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5600" tIns="37800" rIns="75600" bIns="37800" anchor="t">
            <a:spAutoFit/>
          </a:bodyPr>
          <a:lstStyle/>
          <a:p>
            <a:endParaRPr lang="fr-FR" sz="700" b="0" i="1" u="none" strike="noStrik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cxnSp>
        <p:nvCxnSpPr>
          <p:cNvPr id="1063" name="Connector 1"/>
          <p:cNvCxnSpPr/>
          <p:nvPr/>
        </p:nvCxnSpPr>
        <p:spPr>
          <a:xfrm flipH="1" flipV="1">
            <a:off x="5274360" y="3402000"/>
            <a:ext cx="259920" cy="2761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64" name="Oval 1"/>
          <p:cNvSpPr/>
          <p:nvPr/>
        </p:nvSpPr>
        <p:spPr>
          <a:xfrm rot="19915800">
            <a:off x="4671360" y="3195000"/>
            <a:ext cx="706680" cy="27648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qtty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5" name="Connector 2"/>
          <p:cNvCxnSpPr>
            <a:stCxn id="1028" idx="2"/>
          </p:cNvCxnSpPr>
          <p:nvPr/>
        </p:nvCxnSpPr>
        <p:spPr>
          <a:xfrm flipH="1">
            <a:off x="6109920" y="5065200"/>
            <a:ext cx="846000" cy="3600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66" name="Oval 2"/>
          <p:cNvSpPr/>
          <p:nvPr/>
        </p:nvSpPr>
        <p:spPr>
          <a:xfrm>
            <a:off x="4601160" y="4947840"/>
            <a:ext cx="1511640" cy="55764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Monitoring_start_date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7" name="Connector 10"/>
          <p:cNvCxnSpPr/>
          <p:nvPr/>
        </p:nvCxnSpPr>
        <p:spPr>
          <a:xfrm flipV="1">
            <a:off x="5821560" y="3243240"/>
            <a:ext cx="360" cy="2689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68" name="Connector 16"/>
          <p:cNvCxnSpPr/>
          <p:nvPr/>
        </p:nvCxnSpPr>
        <p:spPr>
          <a:xfrm flipV="1">
            <a:off x="6355800" y="3223440"/>
            <a:ext cx="283680" cy="41328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69" name="Oval 3"/>
          <p:cNvSpPr/>
          <p:nvPr/>
        </p:nvSpPr>
        <p:spPr>
          <a:xfrm rot="945600">
            <a:off x="6355800" y="29016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Last_restock_date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Oval 4"/>
          <p:cNvSpPr/>
          <p:nvPr/>
        </p:nvSpPr>
        <p:spPr>
          <a:xfrm>
            <a:off x="5274720" y="2773440"/>
            <a:ext cx="1018800" cy="446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Storage condition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Diamond 1"/>
          <p:cNvSpPr/>
          <p:nvPr/>
        </p:nvSpPr>
        <p:spPr>
          <a:xfrm>
            <a:off x="6294240" y="4309560"/>
            <a:ext cx="1322640" cy="7556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Rectangle 36"/>
          <p:cNvSpPr/>
          <p:nvPr/>
        </p:nvSpPr>
        <p:spPr>
          <a:xfrm>
            <a:off x="4647960" y="2702880"/>
            <a:ext cx="3014280" cy="160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37800" rIns="75600" bIns="378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073" name="Connector 3"/>
          <p:cNvCxnSpPr/>
          <p:nvPr/>
        </p:nvCxnSpPr>
        <p:spPr>
          <a:xfrm>
            <a:off x="2797200" y="1738800"/>
            <a:ext cx="1512360" cy="5295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74" name="Connector 4"/>
          <p:cNvCxnSpPr/>
          <p:nvPr/>
        </p:nvCxnSpPr>
        <p:spPr>
          <a:xfrm flipV="1">
            <a:off x="2494800" y="2464560"/>
            <a:ext cx="2117160" cy="103608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  <p:cxnSp>
        <p:nvCxnSpPr>
          <p:cNvPr id="1075" name="Connector 5"/>
          <p:cNvCxnSpPr/>
          <p:nvPr/>
        </p:nvCxnSpPr>
        <p:spPr>
          <a:xfrm flipH="1">
            <a:off x="5707800" y="2268000"/>
            <a:ext cx="185292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76" name="Connector 6"/>
          <p:cNvCxnSpPr/>
          <p:nvPr/>
        </p:nvCxnSpPr>
        <p:spPr>
          <a:xfrm flipV="1">
            <a:off x="2797200" y="3780360"/>
            <a:ext cx="2548080" cy="381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77" name="Connector 7"/>
          <p:cNvCxnSpPr>
            <a:endCxn id="1078" idx="3"/>
          </p:cNvCxnSpPr>
          <p:nvPr/>
        </p:nvCxnSpPr>
        <p:spPr>
          <a:xfrm flipH="1">
            <a:off x="6577200" y="2585520"/>
            <a:ext cx="2278080" cy="119520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79" name="Connector 8"/>
          <p:cNvCxnSpPr>
            <a:endCxn id="1071" idx="1"/>
          </p:cNvCxnSpPr>
          <p:nvPr/>
        </p:nvCxnSpPr>
        <p:spPr>
          <a:xfrm>
            <a:off x="5972760" y="4309560"/>
            <a:ext cx="321840" cy="378360"/>
          </a:xfrm>
          <a:prstGeom prst="straightConnector1">
            <a:avLst/>
          </a:prstGeom>
          <a:ln w="57150">
            <a:solidFill>
              <a:srgbClr val="000000"/>
            </a:solidFill>
            <a:tailEnd type="arrow" w="med" len="med"/>
          </a:ln>
        </p:spPr>
      </p:cxnSp>
      <p:cxnSp>
        <p:nvCxnSpPr>
          <p:cNvPr id="1080" name="Connector 9"/>
          <p:cNvCxnSpPr/>
          <p:nvPr/>
        </p:nvCxnSpPr>
        <p:spPr>
          <a:xfrm>
            <a:off x="7613280" y="4687560"/>
            <a:ext cx="9864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81" name="Rectangle 10"/>
          <p:cNvSpPr/>
          <p:nvPr/>
        </p:nvSpPr>
        <p:spPr>
          <a:xfrm>
            <a:off x="1285200" y="3496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2" name="Connector 11"/>
          <p:cNvCxnSpPr/>
          <p:nvPr/>
        </p:nvCxnSpPr>
        <p:spPr>
          <a:xfrm flipH="1" flipV="1">
            <a:off x="1058400" y="3439800"/>
            <a:ext cx="378360" cy="2653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83" name="Connector 12"/>
          <p:cNvCxnSpPr/>
          <p:nvPr/>
        </p:nvCxnSpPr>
        <p:spPr>
          <a:xfrm flipH="1">
            <a:off x="1285200" y="389376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84" name="Connector 13"/>
          <p:cNvCxnSpPr/>
          <p:nvPr/>
        </p:nvCxnSpPr>
        <p:spPr>
          <a:xfrm flipH="1">
            <a:off x="945000" y="4135680"/>
            <a:ext cx="718560" cy="60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85" name="Connector 14"/>
          <p:cNvCxnSpPr/>
          <p:nvPr/>
        </p:nvCxnSpPr>
        <p:spPr>
          <a:xfrm flipH="1">
            <a:off x="1436400" y="4135680"/>
            <a:ext cx="491760" cy="552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86" name="Connector 15"/>
          <p:cNvCxnSpPr/>
          <p:nvPr/>
        </p:nvCxnSpPr>
        <p:spPr>
          <a:xfrm>
            <a:off x="2419200" y="4135680"/>
            <a:ext cx="227160" cy="6278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87" name="Oval 16"/>
          <p:cNvSpPr/>
          <p:nvPr/>
        </p:nvSpPr>
        <p:spPr>
          <a:xfrm>
            <a:off x="302400" y="3243600"/>
            <a:ext cx="755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Oval 17"/>
          <p:cNvSpPr/>
          <p:nvPr/>
        </p:nvSpPr>
        <p:spPr>
          <a:xfrm>
            <a:off x="151200" y="36972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Oval 18"/>
          <p:cNvSpPr/>
          <p:nvPr/>
        </p:nvSpPr>
        <p:spPr>
          <a:xfrm>
            <a:off x="113400" y="41508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unit_of_measure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Oval 19"/>
          <p:cNvSpPr/>
          <p:nvPr/>
        </p:nvSpPr>
        <p:spPr>
          <a:xfrm>
            <a:off x="680400" y="4642200"/>
            <a:ext cx="1511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reorder_threshold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Oval 20"/>
          <p:cNvSpPr/>
          <p:nvPr/>
        </p:nvSpPr>
        <p:spPr>
          <a:xfrm>
            <a:off x="2003400" y="4755600"/>
            <a:ext cx="12848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hazard_level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Rectangle 21"/>
          <p:cNvSpPr/>
          <p:nvPr/>
        </p:nvSpPr>
        <p:spPr>
          <a:xfrm>
            <a:off x="7560360" y="19468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Laboratory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Rectangle 25"/>
          <p:cNvSpPr/>
          <p:nvPr/>
        </p:nvSpPr>
        <p:spPr>
          <a:xfrm>
            <a:off x="1285200" y="141768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4" name="Connector 26"/>
          <p:cNvCxnSpPr/>
          <p:nvPr/>
        </p:nvCxnSpPr>
        <p:spPr>
          <a:xfrm flipH="1" flipV="1">
            <a:off x="1323000" y="1285200"/>
            <a:ext cx="113760" cy="189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95" name="Connector 27"/>
          <p:cNvCxnSpPr/>
          <p:nvPr/>
        </p:nvCxnSpPr>
        <p:spPr>
          <a:xfrm flipH="1">
            <a:off x="1285200" y="1776600"/>
            <a:ext cx="38160" cy="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96" name="Connector 28"/>
          <p:cNvCxnSpPr/>
          <p:nvPr/>
        </p:nvCxnSpPr>
        <p:spPr>
          <a:xfrm flipH="1">
            <a:off x="982800" y="2056320"/>
            <a:ext cx="680760" cy="1742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097" name="Connector 29"/>
          <p:cNvCxnSpPr/>
          <p:nvPr/>
        </p:nvCxnSpPr>
        <p:spPr>
          <a:xfrm flipH="1" flipV="1">
            <a:off x="1512000" y="1020600"/>
            <a:ext cx="529560" cy="4010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098" name="Oval 30"/>
          <p:cNvSpPr/>
          <p:nvPr/>
        </p:nvSpPr>
        <p:spPr>
          <a:xfrm>
            <a:off x="113400" y="1088640"/>
            <a:ext cx="12092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supplier_id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Oval 31"/>
          <p:cNvSpPr/>
          <p:nvPr/>
        </p:nvSpPr>
        <p:spPr>
          <a:xfrm>
            <a:off x="151200" y="158004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Oval 32"/>
          <p:cNvSpPr/>
          <p:nvPr/>
        </p:nvSpPr>
        <p:spPr>
          <a:xfrm>
            <a:off x="151200" y="207180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contact_email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Oval 33"/>
          <p:cNvSpPr/>
          <p:nvPr/>
        </p:nvSpPr>
        <p:spPr>
          <a:xfrm>
            <a:off x="793800" y="635040"/>
            <a:ext cx="14360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phone_number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Diamond 2"/>
          <p:cNvSpPr/>
          <p:nvPr/>
        </p:nvSpPr>
        <p:spPr>
          <a:xfrm>
            <a:off x="4271760" y="1833480"/>
            <a:ext cx="1436040" cy="8690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Supplied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Diamond 7"/>
          <p:cNvSpPr/>
          <p:nvPr/>
        </p:nvSpPr>
        <p:spPr>
          <a:xfrm>
            <a:off x="5367960" y="3402360"/>
            <a:ext cx="1209240" cy="7556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Rectangle 38"/>
          <p:cNvSpPr/>
          <p:nvPr/>
        </p:nvSpPr>
        <p:spPr>
          <a:xfrm>
            <a:off x="7711560" y="4366440"/>
            <a:ext cx="1511640" cy="642240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Technical Staff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Box 39"/>
          <p:cNvSpPr/>
          <p:nvPr/>
        </p:nvSpPr>
        <p:spPr>
          <a:xfrm>
            <a:off x="8391240" y="5009040"/>
            <a:ext cx="15228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5600" tIns="37800" rIns="75600" bIns="37800" anchor="t">
            <a:spAutoFit/>
          </a:bodyPr>
          <a:lstStyle/>
          <a:p>
            <a:endParaRPr lang="fr-FR" sz="700" b="0" i="1" u="none" strike="noStrik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cxnSp>
        <p:nvCxnSpPr>
          <p:cNvPr id="1105" name="Connector 1"/>
          <p:cNvCxnSpPr/>
          <p:nvPr/>
        </p:nvCxnSpPr>
        <p:spPr>
          <a:xfrm flipH="1" flipV="1">
            <a:off x="5274360" y="3402000"/>
            <a:ext cx="259920" cy="2761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106" name="Oval 1"/>
          <p:cNvSpPr/>
          <p:nvPr/>
        </p:nvSpPr>
        <p:spPr>
          <a:xfrm rot="19915800">
            <a:off x="4671360" y="3195000"/>
            <a:ext cx="706680" cy="27648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qtty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7" name="Connector 2"/>
          <p:cNvCxnSpPr>
            <a:stCxn id="1071" idx="2"/>
          </p:cNvCxnSpPr>
          <p:nvPr/>
        </p:nvCxnSpPr>
        <p:spPr>
          <a:xfrm>
            <a:off x="6955560" y="5065200"/>
            <a:ext cx="215280" cy="1616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108" name="Oval 2"/>
          <p:cNvSpPr/>
          <p:nvPr/>
        </p:nvSpPr>
        <p:spPr>
          <a:xfrm>
            <a:off x="6960240" y="5148720"/>
            <a:ext cx="1511640" cy="55764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Monitoring_start_date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9" name="Connector 10"/>
          <p:cNvCxnSpPr/>
          <p:nvPr/>
        </p:nvCxnSpPr>
        <p:spPr>
          <a:xfrm flipV="1">
            <a:off x="5821560" y="3243240"/>
            <a:ext cx="360" cy="2689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cxnSp>
        <p:nvCxnSpPr>
          <p:cNvPr id="1110" name="Connector 16"/>
          <p:cNvCxnSpPr/>
          <p:nvPr/>
        </p:nvCxnSpPr>
        <p:spPr>
          <a:xfrm flipV="1">
            <a:off x="6355800" y="3223440"/>
            <a:ext cx="283680" cy="41328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111" name="Oval 3"/>
          <p:cNvSpPr/>
          <p:nvPr/>
        </p:nvSpPr>
        <p:spPr>
          <a:xfrm rot="945600">
            <a:off x="6355800" y="2901600"/>
            <a:ext cx="1133640" cy="392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Last_restock_date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Oval 4"/>
          <p:cNvSpPr/>
          <p:nvPr/>
        </p:nvSpPr>
        <p:spPr>
          <a:xfrm>
            <a:off x="5274720" y="2773440"/>
            <a:ext cx="1018800" cy="44676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Storage condition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3" name="Connector 17"/>
          <p:cNvCxnSpPr/>
          <p:nvPr/>
        </p:nvCxnSpPr>
        <p:spPr>
          <a:xfrm>
            <a:off x="2494800" y="4135680"/>
            <a:ext cx="983160" cy="40104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114" name="Diamond 8"/>
          <p:cNvSpPr/>
          <p:nvPr/>
        </p:nvSpPr>
        <p:spPr>
          <a:xfrm rot="1179600">
            <a:off x="3428280" y="4344840"/>
            <a:ext cx="1284840" cy="7556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Consumes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5" name="Connector 18"/>
          <p:cNvCxnSpPr/>
          <p:nvPr/>
        </p:nvCxnSpPr>
        <p:spPr>
          <a:xfrm flipH="1" flipV="1">
            <a:off x="4460400" y="4952160"/>
            <a:ext cx="419760" cy="19692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116" name="Rectangle 55"/>
          <p:cNvSpPr/>
          <p:nvPr/>
        </p:nvSpPr>
        <p:spPr>
          <a:xfrm>
            <a:off x="4800960" y="4952160"/>
            <a:ext cx="1436040" cy="60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7" name="Connector 19"/>
          <p:cNvCxnSpPr/>
          <p:nvPr/>
        </p:nvCxnSpPr>
        <p:spPr>
          <a:xfrm flipV="1">
            <a:off x="3830760" y="5065560"/>
            <a:ext cx="110880" cy="189360"/>
          </a:xfrm>
          <a:prstGeom prst="straightConnector1">
            <a:avLst/>
          </a:prstGeom>
          <a:ln w="16510">
            <a:solidFill>
              <a:srgbClr val="000000"/>
            </a:solidFill>
          </a:ln>
        </p:spPr>
      </p:cxnSp>
      <p:sp>
        <p:nvSpPr>
          <p:cNvPr id="1118" name="Oval 5"/>
          <p:cNvSpPr/>
          <p:nvPr/>
        </p:nvSpPr>
        <p:spPr>
          <a:xfrm rot="987600">
            <a:off x="3159000" y="5211720"/>
            <a:ext cx="974880" cy="27648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7560" rIns="22680" bIns="75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5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Qtty_used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669</Words>
  <Application>Microsoft Office PowerPoint</Application>
  <PresentationFormat>Personnalisé</PresentationFormat>
  <Paragraphs>553</Paragraphs>
  <Slides>28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Arial</vt:lpstr>
      <vt:lpstr>Calibri</vt:lpstr>
      <vt:lpstr>DejaVu Sans</vt:lpstr>
      <vt:lpstr>Symbol</vt:lpstr>
      <vt:lpstr>Times New Roman</vt:lpstr>
      <vt:lpstr>Wingdings</vt:lpstr>
      <vt:lpstr>Office</vt:lpstr>
      <vt:lpstr>Data Base Project</vt:lpstr>
      <vt:lpstr>Complete ER diagram Slide by slide evolution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Attributes for entities &amp; relationships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Base Project</dc:title>
  <dc:subject/>
  <dc:creator/>
  <dc:description/>
  <cp:lastModifiedBy>dell</cp:lastModifiedBy>
  <cp:revision>18</cp:revision>
  <dcterms:created xsi:type="dcterms:W3CDTF">2026-09-19T16:18:21Z</dcterms:created>
  <dcterms:modified xsi:type="dcterms:W3CDTF">2026-09-20T20:43:29Z</dcterms:modified>
  <dc:language>en-US</dc:language>
</cp:coreProperties>
</file>