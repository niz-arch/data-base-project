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3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8.xml" ContentType="application/vnd.openxmlformats-officedocument.presentationml.slide+xml"/>
  <Override PartName="/ppt/slides/slide24.xml" ContentType="application/vnd.openxmlformats-officedocument.presentationml.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12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</p:sldIdLst>
  <p:sldSz cx="10080625" cy="567055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EABDE7F-6ABA-43B9-8A58-40C8F3FFCB3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12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tit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xt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324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363600"/>
            <a:ext cx="907092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ic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titl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xt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1030925-CCD0-4BE2-9443-6C698DD27A6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324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1_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  <a:tabLst>
                <a:tab pos="0" algn="l"/>
              </a:tabLst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EB91BE7-8814-4376-8986-0AE2D074E9E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397080"/>
            <a:ext cx="9071280" cy="603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ck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it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titl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xt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ftr" idx="7"/>
          </p:nvPr>
        </p:nvSpPr>
        <p:spPr>
          <a:xfrm>
            <a:off x="3447360" y="516528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sldNum" idx="8"/>
          </p:nvPr>
        </p:nvSpPr>
        <p:spPr>
          <a:xfrm>
            <a:off x="722736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FA07BF3-E8CB-40F3-AC90-EE65D4439FCA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9"/>
          </p:nvPr>
        </p:nvSpPr>
        <p:spPr>
          <a:xfrm>
            <a:off x="50400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Base Project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subTitle"/>
          </p:nvPr>
        </p:nvSpPr>
        <p:spPr>
          <a:xfrm>
            <a:off x="504000" y="1325880"/>
            <a:ext cx="9070920" cy="328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Lab: 1</a:t>
            </a:r>
            <a:br>
              <a:rPr sz="3200"/>
            </a:b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By:</a:t>
            </a:r>
            <a:br>
              <a:rPr sz="3200"/>
            </a:b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Nizar El Hazziti</a:t>
            </a:r>
            <a:br>
              <a:rPr sz="3200"/>
            </a:b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Mohammed Jibari</a:t>
            </a:r>
            <a:br>
              <a:rPr sz="3200"/>
            </a:b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Riyad Habibi</a:t>
            </a:r>
            <a:br>
              <a:rPr sz="3200"/>
            </a:b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Chaimae Iaa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"/>
          <p:cNvSpPr/>
          <p:nvPr/>
        </p:nvSpPr>
        <p:spPr>
          <a:xfrm>
            <a:off x="4343400" y="685800"/>
            <a:ext cx="6850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Person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"/>
          <p:cNvSpPr/>
          <p:nvPr/>
        </p:nvSpPr>
        <p:spPr>
          <a:xfrm>
            <a:off x="4343400" y="1371600"/>
            <a:ext cx="685080" cy="22788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3" name=""/>
          <p:cNvCxnSpPr>
            <a:stCxn id="21" idx="2"/>
            <a:endCxn id="22" idx="0"/>
          </p:cNvCxnSpPr>
          <p:nvPr/>
        </p:nvCxnSpPr>
        <p:spPr>
          <a:xfrm>
            <a:off x="4686120" y="913680"/>
            <a:ext cx="36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24" name=""/>
          <p:cNvSpPr/>
          <p:nvPr/>
        </p:nvSpPr>
        <p:spPr>
          <a:xfrm>
            <a:off x="3429000" y="2057400"/>
            <a:ext cx="6850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St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ud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en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5" name=""/>
          <p:cNvCxnSpPr>
            <a:stCxn id="24" idx="0"/>
            <a:endCxn id="22" idx="2"/>
          </p:cNvCxnSpPr>
          <p:nvPr/>
        </p:nvCxnSpPr>
        <p:spPr>
          <a:xfrm flipV="1">
            <a:off x="3771720" y="1599480"/>
            <a:ext cx="57204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26" name=""/>
          <p:cNvSpPr/>
          <p:nvPr/>
        </p:nvSpPr>
        <p:spPr>
          <a:xfrm>
            <a:off x="5029200" y="2057400"/>
            <a:ext cx="6850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o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y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7" name=""/>
          <p:cNvCxnSpPr>
            <a:stCxn id="26" idx="0"/>
            <a:endCxn id="22" idx="4"/>
          </p:cNvCxnSpPr>
          <p:nvPr/>
        </p:nvCxnSpPr>
        <p:spPr>
          <a:xfrm flipH="1" flipV="1">
            <a:off x="5028480" y="1599480"/>
            <a:ext cx="34380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28" name=""/>
          <p:cNvSpPr/>
          <p:nvPr/>
        </p:nvSpPr>
        <p:spPr>
          <a:xfrm>
            <a:off x="2286000" y="2743200"/>
            <a:ext cx="1370880" cy="45648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v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_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"/>
          <p:cNvSpPr/>
          <p:nvPr/>
        </p:nvSpPr>
        <p:spPr>
          <a:xfrm>
            <a:off x="5257800" y="2743200"/>
            <a:ext cx="685080" cy="22788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Isa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0" name=""/>
          <p:cNvCxnSpPr>
            <a:stCxn id="26" idx="2"/>
            <a:endCxn id="29" idx="0"/>
          </p:cNvCxnSpPr>
          <p:nvPr/>
        </p:nvCxnSpPr>
        <p:spPr>
          <a:xfrm>
            <a:off x="5371920" y="2285280"/>
            <a:ext cx="22896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31" name=""/>
          <p:cNvSpPr/>
          <p:nvPr/>
        </p:nvSpPr>
        <p:spPr>
          <a:xfrm>
            <a:off x="4572000" y="3429000"/>
            <a:ext cx="9136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Academic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2" name=""/>
          <p:cNvCxnSpPr>
            <a:stCxn id="31" idx="0"/>
            <a:endCxn id="29" idx="2"/>
          </p:cNvCxnSpPr>
          <p:nvPr/>
        </p:nvCxnSpPr>
        <p:spPr>
          <a:xfrm flipV="1">
            <a:off x="5028840" y="2971080"/>
            <a:ext cx="22932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33" name=""/>
          <p:cNvSpPr/>
          <p:nvPr/>
        </p:nvSpPr>
        <p:spPr>
          <a:xfrm>
            <a:off x="5715000" y="3429000"/>
            <a:ext cx="11422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Non Acatdemic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4" name=""/>
          <p:cNvCxnSpPr>
            <a:stCxn id="33" idx="0"/>
            <a:endCxn id="29" idx="4"/>
          </p:cNvCxnSpPr>
          <p:nvPr/>
        </p:nvCxnSpPr>
        <p:spPr>
          <a:xfrm flipH="1" flipV="1">
            <a:off x="5942880" y="2971080"/>
            <a:ext cx="34380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35" name=""/>
          <p:cNvCxnSpPr>
            <a:stCxn id="28" idx="0"/>
            <a:endCxn id="24" idx="2"/>
          </p:cNvCxnSpPr>
          <p:nvPr/>
        </p:nvCxnSpPr>
        <p:spPr>
          <a:xfrm flipV="1">
            <a:off x="2971440" y="2285280"/>
            <a:ext cx="800640" cy="45828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cxnSp>
        <p:nvCxnSpPr>
          <p:cNvPr id="36" name=""/>
          <p:cNvCxnSpPr>
            <a:stCxn id="28" idx="2"/>
            <a:endCxn id="31" idx="1"/>
          </p:cNvCxnSpPr>
          <p:nvPr/>
        </p:nvCxnSpPr>
        <p:spPr>
          <a:xfrm>
            <a:off x="2971440" y="3199680"/>
            <a:ext cx="1600920" cy="34380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sp>
        <p:nvSpPr>
          <p:cNvPr id="37" name=""/>
          <p:cNvSpPr/>
          <p:nvPr/>
        </p:nvSpPr>
        <p:spPr>
          <a:xfrm>
            <a:off x="6400800" y="2286000"/>
            <a:ext cx="1141920" cy="4568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Reports_To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8" name=""/>
          <p:cNvCxnSpPr>
            <a:stCxn id="26" idx="3"/>
            <a:endCxn id="37" idx="1"/>
          </p:cNvCxnSpPr>
          <p:nvPr/>
        </p:nvCxnSpPr>
        <p:spPr>
          <a:xfrm>
            <a:off x="5714280" y="2171520"/>
            <a:ext cx="686880" cy="343440"/>
          </a:xfrm>
          <a:prstGeom prst="straightConnector1">
            <a:avLst/>
          </a:prstGeom>
          <a:ln w="3816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39" name=""/>
          <p:cNvCxnSpPr>
            <a:stCxn id="37" idx="2"/>
            <a:endCxn id="37" idx="3"/>
          </p:cNvCxnSpPr>
          <p:nvPr/>
        </p:nvCxnSpPr>
        <p:spPr>
          <a:xfrm flipH="1" flipV="1" rot="5400000">
            <a:off x="7143120" y="2343240"/>
            <a:ext cx="228600" cy="571320"/>
          </a:xfrm>
          <a:prstGeom prst="curvedConnector4">
            <a:avLst>
              <a:gd name="adj1" fmla="val -97476"/>
              <a:gd name="adj2" fmla="val 136885"/>
            </a:avLst>
          </a:prstGeom>
          <a:ln w="38160">
            <a:solidFill>
              <a:srgbClr val="000000"/>
            </a:solidFill>
            <a:round/>
            <a:headEnd len="med" type="triangle" w="med"/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"/>
          <p:cNvSpPr/>
          <p:nvPr/>
        </p:nvSpPr>
        <p:spPr>
          <a:xfrm>
            <a:off x="3429000" y="457200"/>
            <a:ext cx="6850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Person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"/>
          <p:cNvSpPr/>
          <p:nvPr/>
        </p:nvSpPr>
        <p:spPr>
          <a:xfrm>
            <a:off x="2763000" y="1143000"/>
            <a:ext cx="685080" cy="22788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Isa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2" name=""/>
          <p:cNvCxnSpPr>
            <a:stCxn id="40" idx="2"/>
            <a:endCxn id="41" idx="0"/>
          </p:cNvCxnSpPr>
          <p:nvPr/>
        </p:nvCxnSpPr>
        <p:spPr>
          <a:xfrm flipH="1">
            <a:off x="3105720" y="685080"/>
            <a:ext cx="66636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43" name=""/>
          <p:cNvSpPr/>
          <p:nvPr/>
        </p:nvSpPr>
        <p:spPr>
          <a:xfrm>
            <a:off x="1848600" y="1828800"/>
            <a:ext cx="6850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4" name=""/>
          <p:cNvCxnSpPr>
            <a:stCxn id="43" idx="0"/>
            <a:endCxn id="41" idx="2"/>
          </p:cNvCxnSpPr>
          <p:nvPr/>
        </p:nvCxnSpPr>
        <p:spPr>
          <a:xfrm flipV="1">
            <a:off x="2191320" y="1370880"/>
            <a:ext cx="57204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45" name=""/>
          <p:cNvSpPr/>
          <p:nvPr/>
        </p:nvSpPr>
        <p:spPr>
          <a:xfrm>
            <a:off x="3448800" y="1828800"/>
            <a:ext cx="6850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o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y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6" name=""/>
          <p:cNvCxnSpPr>
            <a:stCxn id="45" idx="0"/>
            <a:endCxn id="41" idx="4"/>
          </p:cNvCxnSpPr>
          <p:nvPr/>
        </p:nvCxnSpPr>
        <p:spPr>
          <a:xfrm flipH="1" flipV="1">
            <a:off x="3448080" y="1370880"/>
            <a:ext cx="34380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47" name=""/>
          <p:cNvSpPr/>
          <p:nvPr/>
        </p:nvSpPr>
        <p:spPr>
          <a:xfrm>
            <a:off x="457200" y="2514600"/>
            <a:ext cx="1370880" cy="45648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Supervised_By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"/>
          <p:cNvSpPr/>
          <p:nvPr/>
        </p:nvSpPr>
        <p:spPr>
          <a:xfrm>
            <a:off x="3677400" y="2514600"/>
            <a:ext cx="685080" cy="22788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9" name=""/>
          <p:cNvCxnSpPr>
            <a:stCxn id="45" idx="2"/>
            <a:endCxn id="48" idx="0"/>
          </p:cNvCxnSpPr>
          <p:nvPr/>
        </p:nvCxnSpPr>
        <p:spPr>
          <a:xfrm>
            <a:off x="3791520" y="2056680"/>
            <a:ext cx="22896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50" name=""/>
          <p:cNvSpPr/>
          <p:nvPr/>
        </p:nvSpPr>
        <p:spPr>
          <a:xfrm>
            <a:off x="2991600" y="3200400"/>
            <a:ext cx="9136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1" name=""/>
          <p:cNvCxnSpPr>
            <a:stCxn id="50" idx="0"/>
            <a:endCxn id="48" idx="2"/>
          </p:cNvCxnSpPr>
          <p:nvPr/>
        </p:nvCxnSpPr>
        <p:spPr>
          <a:xfrm flipV="1">
            <a:off x="3448440" y="2742480"/>
            <a:ext cx="22932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52" name=""/>
          <p:cNvSpPr/>
          <p:nvPr/>
        </p:nvSpPr>
        <p:spPr>
          <a:xfrm>
            <a:off x="4134600" y="3200400"/>
            <a:ext cx="11422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Non Acatdemic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3" name=""/>
          <p:cNvCxnSpPr>
            <a:stCxn id="52" idx="0"/>
            <a:endCxn id="48" idx="4"/>
          </p:cNvCxnSpPr>
          <p:nvPr/>
        </p:nvCxnSpPr>
        <p:spPr>
          <a:xfrm flipH="1" flipV="1">
            <a:off x="4362480" y="2742480"/>
            <a:ext cx="34380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54" name=""/>
          <p:cNvCxnSpPr>
            <a:stCxn id="47" idx="0"/>
            <a:endCxn id="43" idx="2"/>
          </p:cNvCxnSpPr>
          <p:nvPr/>
        </p:nvCxnSpPr>
        <p:spPr>
          <a:xfrm flipV="1">
            <a:off x="1142640" y="2056680"/>
            <a:ext cx="1049040" cy="45828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cxnSp>
        <p:nvCxnSpPr>
          <p:cNvPr id="55" name=""/>
          <p:cNvCxnSpPr>
            <a:stCxn id="47" idx="2"/>
            <a:endCxn id="50" idx="1"/>
          </p:cNvCxnSpPr>
          <p:nvPr/>
        </p:nvCxnSpPr>
        <p:spPr>
          <a:xfrm>
            <a:off x="1142640" y="2971080"/>
            <a:ext cx="1849320" cy="34380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sp>
        <p:nvSpPr>
          <p:cNvPr id="56" name=""/>
          <p:cNvSpPr/>
          <p:nvPr/>
        </p:nvSpPr>
        <p:spPr>
          <a:xfrm>
            <a:off x="4820400" y="2057400"/>
            <a:ext cx="1141920" cy="4568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Reports_To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7" name=""/>
          <p:cNvCxnSpPr>
            <a:stCxn id="45" idx="3"/>
            <a:endCxn id="56" idx="1"/>
          </p:cNvCxnSpPr>
          <p:nvPr/>
        </p:nvCxnSpPr>
        <p:spPr>
          <a:xfrm>
            <a:off x="4133880" y="1942920"/>
            <a:ext cx="686880" cy="343440"/>
          </a:xfrm>
          <a:prstGeom prst="straightConnector1">
            <a:avLst/>
          </a:prstGeom>
          <a:ln w="3816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58" name=""/>
          <p:cNvCxnSpPr>
            <a:stCxn id="56" idx="2"/>
            <a:endCxn id="56" idx="3"/>
          </p:cNvCxnSpPr>
          <p:nvPr/>
        </p:nvCxnSpPr>
        <p:spPr>
          <a:xfrm flipH="1" flipV="1" rot="5400000">
            <a:off x="5562720" y="2114640"/>
            <a:ext cx="228600" cy="571320"/>
          </a:xfrm>
          <a:prstGeom prst="curvedConnector4">
            <a:avLst>
              <a:gd name="adj1" fmla="val -97476"/>
              <a:gd name="adj2" fmla="val 136822"/>
            </a:avLst>
          </a:prstGeom>
          <a:ln w="38160">
            <a:solidFill>
              <a:srgbClr val="000000"/>
            </a:solidFill>
            <a:round/>
            <a:headEnd len="med" type="triangle" w="med"/>
            <a:tailEnd len="med" type="triangle" w="med"/>
          </a:ln>
        </p:spPr>
      </p:cxnSp>
      <p:sp>
        <p:nvSpPr>
          <p:cNvPr id="59" name=""/>
          <p:cNvSpPr/>
          <p:nvPr/>
        </p:nvSpPr>
        <p:spPr>
          <a:xfrm>
            <a:off x="457200" y="4354560"/>
            <a:ext cx="809280" cy="216720"/>
          </a:xfrm>
          <a:prstGeom prst="rect">
            <a:avLst/>
          </a:prstGeom>
          <a:solidFill>
            <a:srgbClr val="FFFFFF"/>
          </a:solidFill>
          <a:ln w="25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3520" tIns="38520" rIns="83520" bIns="38520" anchor="ctr" anchorCtr="1">
            <a:noAutofit/>
          </a:bodyPr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Laboratory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0" name=""/>
          <p:cNvCxnSpPr>
            <a:stCxn id="59" idx="0"/>
            <a:endCxn id="47" idx="2"/>
          </p:cNvCxnSpPr>
          <p:nvPr/>
        </p:nvCxnSpPr>
        <p:spPr>
          <a:xfrm flipV="1">
            <a:off x="861840" y="2971080"/>
            <a:ext cx="281160" cy="138384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sp>
        <p:nvSpPr>
          <p:cNvPr id="61" name=""/>
          <p:cNvSpPr/>
          <p:nvPr/>
        </p:nvSpPr>
        <p:spPr>
          <a:xfrm>
            <a:off x="1371600" y="3429000"/>
            <a:ext cx="1370880" cy="45648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Attached_to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2" name=""/>
          <p:cNvCxnSpPr>
            <a:stCxn id="59" idx="0"/>
            <a:endCxn id="61" idx="2"/>
          </p:cNvCxnSpPr>
          <p:nvPr/>
        </p:nvCxnSpPr>
        <p:spPr>
          <a:xfrm flipV="1">
            <a:off x="861840" y="3885480"/>
            <a:ext cx="1195560" cy="46944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cxnSp>
        <p:nvCxnSpPr>
          <p:cNvPr id="63" name=""/>
          <p:cNvCxnSpPr>
            <a:stCxn id="40" idx="2"/>
            <a:endCxn id="61" idx="0"/>
          </p:cNvCxnSpPr>
          <p:nvPr/>
        </p:nvCxnSpPr>
        <p:spPr>
          <a:xfrm rot="5400000">
            <a:off x="1542240" y="1199880"/>
            <a:ext cx="2744280" cy="1715040"/>
          </a:xfrm>
          <a:prstGeom prst="curvedConnector3">
            <a:avLst>
              <a:gd name="adj1" fmla="val 25019"/>
            </a:avLst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64" name=""/>
          <p:cNvSpPr/>
          <p:nvPr/>
        </p:nvSpPr>
        <p:spPr>
          <a:xfrm>
            <a:off x="1828800" y="4354560"/>
            <a:ext cx="9136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Host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5" name=""/>
          <p:cNvCxnSpPr>
            <a:stCxn id="59" idx="3"/>
            <a:endCxn id="64" idx="1"/>
          </p:cNvCxnSpPr>
          <p:nvPr/>
        </p:nvCxnSpPr>
        <p:spPr>
          <a:xfrm>
            <a:off x="1266480" y="4462920"/>
            <a:ext cx="562680" cy="11520"/>
          </a:xfrm>
          <a:prstGeom prst="straightConnector1">
            <a:avLst/>
          </a:prstGeom>
          <a:ln w="6480">
            <a:solidFill>
              <a:srgbClr val="000000"/>
            </a:solidFill>
            <a:round/>
          </a:ln>
        </p:spPr>
      </p:cxnSp>
      <p:sp>
        <p:nvSpPr>
          <p:cNvPr id="66" name=""/>
          <p:cNvSpPr/>
          <p:nvPr/>
        </p:nvSpPr>
        <p:spPr>
          <a:xfrm>
            <a:off x="3429000" y="4468680"/>
            <a:ext cx="9136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Equipement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7" name=""/>
          <p:cNvCxnSpPr>
            <a:stCxn id="64" idx="3"/>
            <a:endCxn id="66" idx="1"/>
          </p:cNvCxnSpPr>
          <p:nvPr/>
        </p:nvCxnSpPr>
        <p:spPr>
          <a:xfrm>
            <a:off x="2742480" y="4474080"/>
            <a:ext cx="686880" cy="109080"/>
          </a:xfrm>
          <a:prstGeom prst="straightConnector1">
            <a:avLst/>
          </a:prstGeom>
          <a:ln w="6480">
            <a:solidFill>
              <a:srgbClr val="000000"/>
            </a:solidFill>
            <a:round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"/>
          <p:cNvSpPr/>
          <p:nvPr/>
        </p:nvSpPr>
        <p:spPr>
          <a:xfrm>
            <a:off x="3429000" y="457200"/>
            <a:ext cx="6850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Person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"/>
          <p:cNvSpPr/>
          <p:nvPr/>
        </p:nvSpPr>
        <p:spPr>
          <a:xfrm>
            <a:off x="2763000" y="1143000"/>
            <a:ext cx="685080" cy="22788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Isa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0" name=""/>
          <p:cNvCxnSpPr>
            <a:stCxn id="68" idx="2"/>
            <a:endCxn id="69" idx="0"/>
          </p:cNvCxnSpPr>
          <p:nvPr/>
        </p:nvCxnSpPr>
        <p:spPr>
          <a:xfrm flipH="1">
            <a:off x="3105720" y="685080"/>
            <a:ext cx="66636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71" name=""/>
          <p:cNvSpPr/>
          <p:nvPr/>
        </p:nvSpPr>
        <p:spPr>
          <a:xfrm>
            <a:off x="1848600" y="1828800"/>
            <a:ext cx="6850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2" name=""/>
          <p:cNvCxnSpPr>
            <a:stCxn id="71" idx="0"/>
            <a:endCxn id="69" idx="2"/>
          </p:cNvCxnSpPr>
          <p:nvPr/>
        </p:nvCxnSpPr>
        <p:spPr>
          <a:xfrm flipV="1">
            <a:off x="2191320" y="1370880"/>
            <a:ext cx="57204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73" name=""/>
          <p:cNvSpPr/>
          <p:nvPr/>
        </p:nvSpPr>
        <p:spPr>
          <a:xfrm>
            <a:off x="3448800" y="1828800"/>
            <a:ext cx="6850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o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y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4" name=""/>
          <p:cNvCxnSpPr>
            <a:stCxn id="73" idx="0"/>
            <a:endCxn id="69" idx="4"/>
          </p:cNvCxnSpPr>
          <p:nvPr/>
        </p:nvCxnSpPr>
        <p:spPr>
          <a:xfrm flipH="1" flipV="1">
            <a:off x="3448080" y="1370880"/>
            <a:ext cx="34380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75" name=""/>
          <p:cNvSpPr/>
          <p:nvPr/>
        </p:nvSpPr>
        <p:spPr>
          <a:xfrm>
            <a:off x="457200" y="2514600"/>
            <a:ext cx="1370880" cy="45648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v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_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/>
          <p:nvPr/>
        </p:nvSpPr>
        <p:spPr>
          <a:xfrm>
            <a:off x="3200400" y="2514600"/>
            <a:ext cx="685080" cy="22788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7" name=""/>
          <p:cNvCxnSpPr>
            <a:stCxn id="73" idx="2"/>
            <a:endCxn id="76" idx="0"/>
          </p:cNvCxnSpPr>
          <p:nvPr/>
        </p:nvCxnSpPr>
        <p:spPr>
          <a:xfrm flipH="1">
            <a:off x="3543120" y="2056680"/>
            <a:ext cx="24876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78" name=""/>
          <p:cNvSpPr/>
          <p:nvPr/>
        </p:nvSpPr>
        <p:spPr>
          <a:xfrm>
            <a:off x="2991600" y="3200400"/>
            <a:ext cx="9136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Academic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9" name=""/>
          <p:cNvCxnSpPr>
            <a:stCxn id="78" idx="0"/>
            <a:endCxn id="76" idx="2"/>
          </p:cNvCxnSpPr>
          <p:nvPr/>
        </p:nvCxnSpPr>
        <p:spPr>
          <a:xfrm flipH="1" flipV="1">
            <a:off x="3200400" y="2742480"/>
            <a:ext cx="24840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80" name=""/>
          <p:cNvSpPr/>
          <p:nvPr/>
        </p:nvSpPr>
        <p:spPr>
          <a:xfrm>
            <a:off x="4134600" y="3200400"/>
            <a:ext cx="11422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Non Acatdemic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1" name=""/>
          <p:cNvCxnSpPr>
            <a:stCxn id="80" idx="0"/>
            <a:endCxn id="76" idx="4"/>
          </p:cNvCxnSpPr>
          <p:nvPr/>
        </p:nvCxnSpPr>
        <p:spPr>
          <a:xfrm flipH="1" flipV="1">
            <a:off x="3885480" y="2742480"/>
            <a:ext cx="82080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82" name=""/>
          <p:cNvCxnSpPr>
            <a:stCxn id="75" idx="0"/>
            <a:endCxn id="71" idx="2"/>
          </p:cNvCxnSpPr>
          <p:nvPr/>
        </p:nvCxnSpPr>
        <p:spPr>
          <a:xfrm flipV="1">
            <a:off x="1142640" y="2056680"/>
            <a:ext cx="1049040" cy="45828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cxnSp>
        <p:nvCxnSpPr>
          <p:cNvPr id="83" name=""/>
          <p:cNvCxnSpPr>
            <a:stCxn id="75" idx="2"/>
            <a:endCxn id="78" idx="1"/>
          </p:cNvCxnSpPr>
          <p:nvPr/>
        </p:nvCxnSpPr>
        <p:spPr>
          <a:xfrm>
            <a:off x="1142640" y="2971080"/>
            <a:ext cx="1849320" cy="34380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sp>
        <p:nvSpPr>
          <p:cNvPr id="84" name=""/>
          <p:cNvSpPr/>
          <p:nvPr/>
        </p:nvSpPr>
        <p:spPr>
          <a:xfrm>
            <a:off x="3886200" y="2285640"/>
            <a:ext cx="1142280" cy="4568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Reports_To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5" name=""/>
          <p:cNvCxnSpPr>
            <a:stCxn id="73" idx="3"/>
            <a:endCxn id="84" idx="1"/>
          </p:cNvCxnSpPr>
          <p:nvPr/>
        </p:nvCxnSpPr>
        <p:spPr>
          <a:xfrm flipH="1">
            <a:off x="3886200" y="1942920"/>
            <a:ext cx="248040" cy="571680"/>
          </a:xfrm>
          <a:prstGeom prst="straightConnector1">
            <a:avLst/>
          </a:prstGeom>
          <a:ln w="3816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86" name=""/>
          <p:cNvCxnSpPr>
            <a:stCxn id="84" idx="2"/>
            <a:endCxn id="84" idx="3"/>
          </p:cNvCxnSpPr>
          <p:nvPr/>
        </p:nvCxnSpPr>
        <p:spPr>
          <a:xfrm flipH="1" flipV="1" rot="5400000">
            <a:off x="4628880" y="2342880"/>
            <a:ext cx="228600" cy="571320"/>
          </a:xfrm>
          <a:prstGeom prst="curvedConnector4">
            <a:avLst>
              <a:gd name="adj1" fmla="val -97634"/>
              <a:gd name="adj2" fmla="val 136759"/>
            </a:avLst>
          </a:prstGeom>
          <a:ln w="38160">
            <a:solidFill>
              <a:srgbClr val="000000"/>
            </a:solidFill>
            <a:round/>
            <a:headEnd len="med" type="triangle" w="med"/>
            <a:tailEnd len="med" type="triangle" w="med"/>
          </a:ln>
        </p:spPr>
      </p:cxnSp>
      <p:sp>
        <p:nvSpPr>
          <p:cNvPr id="87" name=""/>
          <p:cNvSpPr/>
          <p:nvPr/>
        </p:nvSpPr>
        <p:spPr>
          <a:xfrm>
            <a:off x="457200" y="4354560"/>
            <a:ext cx="809280" cy="216720"/>
          </a:xfrm>
          <a:prstGeom prst="rect">
            <a:avLst/>
          </a:prstGeom>
          <a:solidFill>
            <a:srgbClr val="FFFFFF"/>
          </a:solidFill>
          <a:ln w="25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3520" tIns="38520" rIns="83520" bIns="38520" anchor="ctr" anchorCtr="1">
            <a:noAutofit/>
          </a:bodyPr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Laboratory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8" name=""/>
          <p:cNvCxnSpPr>
            <a:stCxn id="87" idx="0"/>
            <a:endCxn id="75" idx="2"/>
          </p:cNvCxnSpPr>
          <p:nvPr/>
        </p:nvCxnSpPr>
        <p:spPr>
          <a:xfrm flipV="1">
            <a:off x="861840" y="2971080"/>
            <a:ext cx="281160" cy="138384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sp>
        <p:nvSpPr>
          <p:cNvPr id="89" name=""/>
          <p:cNvSpPr/>
          <p:nvPr/>
        </p:nvSpPr>
        <p:spPr>
          <a:xfrm>
            <a:off x="1371600" y="3429000"/>
            <a:ext cx="1370880" cy="45648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Attac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hed_t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o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0" name=""/>
          <p:cNvCxnSpPr>
            <a:stCxn id="87" idx="0"/>
            <a:endCxn id="89" idx="2"/>
          </p:cNvCxnSpPr>
          <p:nvPr/>
        </p:nvCxnSpPr>
        <p:spPr>
          <a:xfrm flipV="1">
            <a:off x="861840" y="3885480"/>
            <a:ext cx="1195560" cy="46944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cxnSp>
        <p:nvCxnSpPr>
          <p:cNvPr id="91" name=""/>
          <p:cNvCxnSpPr>
            <a:stCxn id="68" idx="2"/>
            <a:endCxn id="89" idx="0"/>
          </p:cNvCxnSpPr>
          <p:nvPr/>
        </p:nvCxnSpPr>
        <p:spPr>
          <a:xfrm rot="5400000">
            <a:off x="1542240" y="1199880"/>
            <a:ext cx="2744280" cy="1715040"/>
          </a:xfrm>
          <a:prstGeom prst="curvedConnector3">
            <a:avLst>
              <a:gd name="adj1" fmla="val 25019"/>
            </a:avLst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92" name=""/>
          <p:cNvSpPr/>
          <p:nvPr/>
        </p:nvSpPr>
        <p:spPr>
          <a:xfrm>
            <a:off x="1828800" y="4354560"/>
            <a:ext cx="9136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Ho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3" name=""/>
          <p:cNvCxnSpPr>
            <a:stCxn id="87" idx="3"/>
            <a:endCxn id="92" idx="1"/>
          </p:cNvCxnSpPr>
          <p:nvPr/>
        </p:nvCxnSpPr>
        <p:spPr>
          <a:xfrm>
            <a:off x="1266480" y="4462920"/>
            <a:ext cx="562680" cy="11520"/>
          </a:xfrm>
          <a:prstGeom prst="straightConnector1">
            <a:avLst/>
          </a:prstGeom>
          <a:ln w="6480">
            <a:solidFill>
              <a:srgbClr val="000000"/>
            </a:solidFill>
            <a:round/>
          </a:ln>
        </p:spPr>
      </p:cxnSp>
      <p:sp>
        <p:nvSpPr>
          <p:cNvPr id="94" name=""/>
          <p:cNvSpPr/>
          <p:nvPr/>
        </p:nvSpPr>
        <p:spPr>
          <a:xfrm>
            <a:off x="3200400" y="4114800"/>
            <a:ext cx="9136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Equipement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5" name=""/>
          <p:cNvCxnSpPr>
            <a:stCxn id="92" idx="3"/>
            <a:endCxn id="94" idx="1"/>
          </p:cNvCxnSpPr>
          <p:nvPr/>
        </p:nvCxnSpPr>
        <p:spPr>
          <a:xfrm flipV="1">
            <a:off x="2742480" y="4228920"/>
            <a:ext cx="458280" cy="245520"/>
          </a:xfrm>
          <a:prstGeom prst="straightConnector1">
            <a:avLst/>
          </a:prstGeom>
          <a:ln w="6480">
            <a:solidFill>
              <a:srgbClr val="000000"/>
            </a:solidFill>
            <a:round/>
          </a:ln>
        </p:spPr>
      </p:cxnSp>
      <p:sp>
        <p:nvSpPr>
          <p:cNvPr id="96" name=""/>
          <p:cNvSpPr/>
          <p:nvPr/>
        </p:nvSpPr>
        <p:spPr>
          <a:xfrm>
            <a:off x="3429000" y="4572000"/>
            <a:ext cx="685080" cy="22788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Isa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7" name=""/>
          <p:cNvCxnSpPr>
            <a:stCxn id="94" idx="2"/>
            <a:endCxn id="96" idx="0"/>
          </p:cNvCxnSpPr>
          <p:nvPr/>
        </p:nvCxnSpPr>
        <p:spPr>
          <a:xfrm>
            <a:off x="3657240" y="4342680"/>
            <a:ext cx="114840" cy="2296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98" name=""/>
          <p:cNvSpPr/>
          <p:nvPr/>
        </p:nvSpPr>
        <p:spPr>
          <a:xfrm>
            <a:off x="2743200" y="5029200"/>
            <a:ext cx="9136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Portable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9" name=""/>
          <p:cNvCxnSpPr>
            <a:stCxn id="98" idx="0"/>
            <a:endCxn id="96" idx="3"/>
          </p:cNvCxnSpPr>
          <p:nvPr/>
        </p:nvCxnSpPr>
        <p:spPr>
          <a:xfrm flipV="1">
            <a:off x="3200040" y="4799880"/>
            <a:ext cx="572040" cy="2296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100" name=""/>
          <p:cNvSpPr/>
          <p:nvPr/>
        </p:nvSpPr>
        <p:spPr>
          <a:xfrm>
            <a:off x="3886200" y="5029200"/>
            <a:ext cx="9136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Fixed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1" name=""/>
          <p:cNvCxnSpPr>
            <a:stCxn id="100" idx="0"/>
          </p:cNvCxnSpPr>
          <p:nvPr/>
        </p:nvCxnSpPr>
        <p:spPr>
          <a:xfrm flipH="1" flipV="1">
            <a:off x="3772080" y="4800600"/>
            <a:ext cx="571320" cy="22896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102" name=""/>
          <p:cNvSpPr/>
          <p:nvPr/>
        </p:nvSpPr>
        <p:spPr>
          <a:xfrm>
            <a:off x="5029200" y="3875040"/>
            <a:ext cx="9136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Use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3" name=""/>
          <p:cNvCxnSpPr>
            <a:stCxn id="94" idx="3"/>
            <a:endCxn id="102" idx="1"/>
          </p:cNvCxnSpPr>
          <p:nvPr/>
        </p:nvCxnSpPr>
        <p:spPr>
          <a:xfrm flipV="1">
            <a:off x="4114080" y="3994560"/>
            <a:ext cx="915480" cy="234720"/>
          </a:xfrm>
          <a:prstGeom prst="straightConnector1">
            <a:avLst/>
          </a:prstGeom>
          <a:ln w="10080">
            <a:solidFill>
              <a:srgbClr val="000000"/>
            </a:solidFill>
            <a:round/>
            <a:headEnd len="med" type="triangle" w="med"/>
            <a:tailEnd len="med" type="triangle" w="med"/>
          </a:ln>
        </p:spPr>
      </p:cxnSp>
      <p:cxnSp>
        <p:nvCxnSpPr>
          <p:cNvPr id="104" name=""/>
          <p:cNvCxnSpPr>
            <a:stCxn id="68" idx="2"/>
            <a:endCxn id="102" idx="0"/>
          </p:cNvCxnSpPr>
          <p:nvPr/>
        </p:nvCxnSpPr>
        <p:spPr>
          <a:xfrm flipH="1" rot="16200000">
            <a:off x="3034080" y="1422720"/>
            <a:ext cx="3190320" cy="1714680"/>
          </a:xfrm>
          <a:prstGeom prst="curvedConnector3">
            <a:avLst>
              <a:gd name="adj1" fmla="val 100011"/>
            </a:avLst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"/>
          <p:cNvSpPr/>
          <p:nvPr/>
        </p:nvSpPr>
        <p:spPr>
          <a:xfrm>
            <a:off x="3429000" y="457200"/>
            <a:ext cx="6850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Person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"/>
          <p:cNvSpPr/>
          <p:nvPr/>
        </p:nvSpPr>
        <p:spPr>
          <a:xfrm>
            <a:off x="2763000" y="1143000"/>
            <a:ext cx="685080" cy="22788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Isa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7" name=""/>
          <p:cNvCxnSpPr>
            <a:stCxn id="105" idx="2"/>
            <a:endCxn id="106" idx="0"/>
          </p:cNvCxnSpPr>
          <p:nvPr/>
        </p:nvCxnSpPr>
        <p:spPr>
          <a:xfrm flipH="1">
            <a:off x="3105720" y="685080"/>
            <a:ext cx="66636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108" name=""/>
          <p:cNvSpPr/>
          <p:nvPr/>
        </p:nvSpPr>
        <p:spPr>
          <a:xfrm>
            <a:off x="1848600" y="1828800"/>
            <a:ext cx="6850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Student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9" name=""/>
          <p:cNvCxnSpPr>
            <a:stCxn id="108" idx="0"/>
            <a:endCxn id="106" idx="2"/>
          </p:cNvCxnSpPr>
          <p:nvPr/>
        </p:nvCxnSpPr>
        <p:spPr>
          <a:xfrm flipV="1">
            <a:off x="2191320" y="1370880"/>
            <a:ext cx="57204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110" name=""/>
          <p:cNvSpPr/>
          <p:nvPr/>
        </p:nvSpPr>
        <p:spPr>
          <a:xfrm>
            <a:off x="3448800" y="1828800"/>
            <a:ext cx="6850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Employe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1" name=""/>
          <p:cNvCxnSpPr>
            <a:stCxn id="110" idx="0"/>
            <a:endCxn id="106" idx="4"/>
          </p:cNvCxnSpPr>
          <p:nvPr/>
        </p:nvCxnSpPr>
        <p:spPr>
          <a:xfrm flipH="1" flipV="1">
            <a:off x="3448080" y="1370880"/>
            <a:ext cx="34380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112" name=""/>
          <p:cNvSpPr/>
          <p:nvPr/>
        </p:nvSpPr>
        <p:spPr>
          <a:xfrm>
            <a:off x="457200" y="2514600"/>
            <a:ext cx="1370880" cy="45648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Supervise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d_By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3200400" y="2514600"/>
            <a:ext cx="685080" cy="22788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4" name=""/>
          <p:cNvCxnSpPr>
            <a:stCxn id="110" idx="2"/>
            <a:endCxn id="113" idx="0"/>
          </p:cNvCxnSpPr>
          <p:nvPr/>
        </p:nvCxnSpPr>
        <p:spPr>
          <a:xfrm flipH="1">
            <a:off x="3543120" y="2056680"/>
            <a:ext cx="24876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115" name=""/>
          <p:cNvSpPr/>
          <p:nvPr/>
        </p:nvSpPr>
        <p:spPr>
          <a:xfrm>
            <a:off x="2991600" y="3200400"/>
            <a:ext cx="9136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Academic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6" name=""/>
          <p:cNvCxnSpPr>
            <a:stCxn id="115" idx="0"/>
            <a:endCxn id="113" idx="2"/>
          </p:cNvCxnSpPr>
          <p:nvPr/>
        </p:nvCxnSpPr>
        <p:spPr>
          <a:xfrm flipH="1" flipV="1">
            <a:off x="3200400" y="2742480"/>
            <a:ext cx="24840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117" name=""/>
          <p:cNvSpPr/>
          <p:nvPr/>
        </p:nvSpPr>
        <p:spPr>
          <a:xfrm>
            <a:off x="4134600" y="3200400"/>
            <a:ext cx="11422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Non Acatdemic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8" name=""/>
          <p:cNvCxnSpPr>
            <a:stCxn id="117" idx="0"/>
            <a:endCxn id="113" idx="4"/>
          </p:cNvCxnSpPr>
          <p:nvPr/>
        </p:nvCxnSpPr>
        <p:spPr>
          <a:xfrm flipH="1" flipV="1">
            <a:off x="3885480" y="2742480"/>
            <a:ext cx="82080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119" name=""/>
          <p:cNvCxnSpPr>
            <a:stCxn id="112" idx="0"/>
            <a:endCxn id="108" idx="2"/>
          </p:cNvCxnSpPr>
          <p:nvPr/>
        </p:nvCxnSpPr>
        <p:spPr>
          <a:xfrm flipV="1">
            <a:off x="1142640" y="2056680"/>
            <a:ext cx="1049040" cy="45828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cxnSp>
        <p:nvCxnSpPr>
          <p:cNvPr id="120" name=""/>
          <p:cNvCxnSpPr>
            <a:stCxn id="112" idx="2"/>
            <a:endCxn id="115" idx="1"/>
          </p:cNvCxnSpPr>
          <p:nvPr/>
        </p:nvCxnSpPr>
        <p:spPr>
          <a:xfrm>
            <a:off x="1142640" y="2971080"/>
            <a:ext cx="1849320" cy="34380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sp>
        <p:nvSpPr>
          <p:cNvPr id="121" name=""/>
          <p:cNvSpPr/>
          <p:nvPr/>
        </p:nvSpPr>
        <p:spPr>
          <a:xfrm>
            <a:off x="3886200" y="2285640"/>
            <a:ext cx="1142280" cy="4568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Reports_To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2" name=""/>
          <p:cNvCxnSpPr>
            <a:stCxn id="110" idx="3"/>
            <a:endCxn id="121" idx="1"/>
          </p:cNvCxnSpPr>
          <p:nvPr/>
        </p:nvCxnSpPr>
        <p:spPr>
          <a:xfrm flipH="1">
            <a:off x="3886200" y="1942920"/>
            <a:ext cx="248040" cy="571680"/>
          </a:xfrm>
          <a:prstGeom prst="straightConnector1">
            <a:avLst/>
          </a:prstGeom>
          <a:ln w="3816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123" name=""/>
          <p:cNvCxnSpPr>
            <a:stCxn id="121" idx="2"/>
            <a:endCxn id="121" idx="3"/>
          </p:cNvCxnSpPr>
          <p:nvPr/>
        </p:nvCxnSpPr>
        <p:spPr>
          <a:xfrm flipH="1" flipV="1" rot="5400000">
            <a:off x="4628880" y="2342880"/>
            <a:ext cx="228600" cy="571320"/>
          </a:xfrm>
          <a:prstGeom prst="curvedConnector4">
            <a:avLst>
              <a:gd name="adj1" fmla="val -97634"/>
              <a:gd name="adj2" fmla="val 136759"/>
            </a:avLst>
          </a:prstGeom>
          <a:ln w="38160">
            <a:solidFill>
              <a:srgbClr val="000000"/>
            </a:solidFill>
            <a:round/>
            <a:headEnd len="med" type="triangle" w="med"/>
            <a:tailEnd len="med" type="triangle" w="med"/>
          </a:ln>
        </p:spPr>
      </p:cxnSp>
      <p:sp>
        <p:nvSpPr>
          <p:cNvPr id="124" name=""/>
          <p:cNvSpPr/>
          <p:nvPr/>
        </p:nvSpPr>
        <p:spPr>
          <a:xfrm>
            <a:off x="457200" y="4354560"/>
            <a:ext cx="809280" cy="216720"/>
          </a:xfrm>
          <a:prstGeom prst="rect">
            <a:avLst/>
          </a:prstGeom>
          <a:solidFill>
            <a:srgbClr val="FFFFFF"/>
          </a:solidFill>
          <a:ln w="25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3520" tIns="38520" rIns="83520" bIns="38520" anchor="ctr" anchorCtr="1">
            <a:noAutofit/>
          </a:bodyPr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o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o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5" name=""/>
          <p:cNvCxnSpPr>
            <a:stCxn id="124" idx="0"/>
            <a:endCxn id="112" idx="2"/>
          </p:cNvCxnSpPr>
          <p:nvPr/>
        </p:nvCxnSpPr>
        <p:spPr>
          <a:xfrm flipV="1">
            <a:off x="861840" y="2971080"/>
            <a:ext cx="281160" cy="138384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sp>
        <p:nvSpPr>
          <p:cNvPr id="126" name=""/>
          <p:cNvSpPr/>
          <p:nvPr/>
        </p:nvSpPr>
        <p:spPr>
          <a:xfrm>
            <a:off x="1371600" y="3429000"/>
            <a:ext cx="1370880" cy="45648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_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o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7" name=""/>
          <p:cNvCxnSpPr>
            <a:stCxn id="124" idx="0"/>
            <a:endCxn id="126" idx="2"/>
          </p:cNvCxnSpPr>
          <p:nvPr/>
        </p:nvCxnSpPr>
        <p:spPr>
          <a:xfrm flipV="1">
            <a:off x="861840" y="3885480"/>
            <a:ext cx="1195560" cy="46944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cxnSp>
        <p:nvCxnSpPr>
          <p:cNvPr id="128" name=""/>
          <p:cNvCxnSpPr>
            <a:stCxn id="105" idx="2"/>
            <a:endCxn id="126" idx="0"/>
          </p:cNvCxnSpPr>
          <p:nvPr/>
        </p:nvCxnSpPr>
        <p:spPr>
          <a:xfrm rot="5400000">
            <a:off x="1542240" y="1199880"/>
            <a:ext cx="2744280" cy="1715040"/>
          </a:xfrm>
          <a:prstGeom prst="curvedConnector3">
            <a:avLst>
              <a:gd name="adj1" fmla="val 50013"/>
            </a:avLst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129" name=""/>
          <p:cNvSpPr/>
          <p:nvPr/>
        </p:nvSpPr>
        <p:spPr>
          <a:xfrm>
            <a:off x="1828800" y="4354560"/>
            <a:ext cx="9136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o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0" name=""/>
          <p:cNvCxnSpPr>
            <a:stCxn id="124" idx="3"/>
            <a:endCxn id="129" idx="1"/>
          </p:cNvCxnSpPr>
          <p:nvPr/>
        </p:nvCxnSpPr>
        <p:spPr>
          <a:xfrm>
            <a:off x="1266480" y="4462920"/>
            <a:ext cx="562680" cy="11520"/>
          </a:xfrm>
          <a:prstGeom prst="straightConnector1">
            <a:avLst/>
          </a:prstGeom>
          <a:ln w="6480">
            <a:solidFill>
              <a:srgbClr val="000000"/>
            </a:solidFill>
            <a:round/>
          </a:ln>
        </p:spPr>
      </p:cxnSp>
      <p:sp>
        <p:nvSpPr>
          <p:cNvPr id="131" name=""/>
          <p:cNvSpPr/>
          <p:nvPr/>
        </p:nvSpPr>
        <p:spPr>
          <a:xfrm>
            <a:off x="3200400" y="4114800"/>
            <a:ext cx="9136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Equipement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2" name=""/>
          <p:cNvCxnSpPr>
            <a:stCxn id="129" idx="3"/>
            <a:endCxn id="131" idx="1"/>
          </p:cNvCxnSpPr>
          <p:nvPr/>
        </p:nvCxnSpPr>
        <p:spPr>
          <a:xfrm flipV="1">
            <a:off x="2742480" y="4228920"/>
            <a:ext cx="458280" cy="245520"/>
          </a:xfrm>
          <a:prstGeom prst="straightConnector1">
            <a:avLst/>
          </a:prstGeom>
          <a:ln w="6480">
            <a:solidFill>
              <a:srgbClr val="000000"/>
            </a:solidFill>
            <a:round/>
          </a:ln>
        </p:spPr>
      </p:cxnSp>
      <p:sp>
        <p:nvSpPr>
          <p:cNvPr id="133" name=""/>
          <p:cNvSpPr/>
          <p:nvPr/>
        </p:nvSpPr>
        <p:spPr>
          <a:xfrm>
            <a:off x="3429000" y="4572000"/>
            <a:ext cx="685080" cy="22788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Isa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4" name=""/>
          <p:cNvCxnSpPr>
            <a:stCxn id="131" idx="2"/>
            <a:endCxn id="133" idx="0"/>
          </p:cNvCxnSpPr>
          <p:nvPr/>
        </p:nvCxnSpPr>
        <p:spPr>
          <a:xfrm>
            <a:off x="3657240" y="4342680"/>
            <a:ext cx="114840" cy="2296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135" name=""/>
          <p:cNvSpPr/>
          <p:nvPr/>
        </p:nvSpPr>
        <p:spPr>
          <a:xfrm>
            <a:off x="2743200" y="5029200"/>
            <a:ext cx="9136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Portable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6" name=""/>
          <p:cNvCxnSpPr>
            <a:stCxn id="135" idx="0"/>
            <a:endCxn id="133" idx="3"/>
          </p:cNvCxnSpPr>
          <p:nvPr/>
        </p:nvCxnSpPr>
        <p:spPr>
          <a:xfrm flipV="1">
            <a:off x="3200040" y="4799880"/>
            <a:ext cx="572040" cy="2296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137" name=""/>
          <p:cNvSpPr/>
          <p:nvPr/>
        </p:nvSpPr>
        <p:spPr>
          <a:xfrm>
            <a:off x="3886200" y="5029200"/>
            <a:ext cx="9136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x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8" name=""/>
          <p:cNvCxnSpPr>
            <a:stCxn id="137" idx="0"/>
          </p:cNvCxnSpPr>
          <p:nvPr/>
        </p:nvCxnSpPr>
        <p:spPr>
          <a:xfrm flipH="1" flipV="1">
            <a:off x="3772080" y="4800600"/>
            <a:ext cx="571320" cy="22896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139" name=""/>
          <p:cNvSpPr/>
          <p:nvPr/>
        </p:nvSpPr>
        <p:spPr>
          <a:xfrm>
            <a:off x="5029200" y="3875040"/>
            <a:ext cx="9136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Use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40" name=""/>
          <p:cNvCxnSpPr>
            <a:stCxn id="131" idx="3"/>
            <a:endCxn id="139" idx="1"/>
          </p:cNvCxnSpPr>
          <p:nvPr/>
        </p:nvCxnSpPr>
        <p:spPr>
          <a:xfrm flipV="1">
            <a:off x="4114080" y="3994560"/>
            <a:ext cx="915480" cy="234720"/>
          </a:xfrm>
          <a:prstGeom prst="straightConnector1">
            <a:avLst/>
          </a:prstGeom>
          <a:ln w="10080">
            <a:solidFill>
              <a:srgbClr val="000000"/>
            </a:solidFill>
            <a:round/>
            <a:headEnd len="med" type="triangle" w="med"/>
            <a:tailEnd len="med" type="triangle" w="med"/>
          </a:ln>
        </p:spPr>
      </p:cxnSp>
      <p:cxnSp>
        <p:nvCxnSpPr>
          <p:cNvPr id="141" name=""/>
          <p:cNvCxnSpPr>
            <a:stCxn id="105" idx="2"/>
            <a:endCxn id="139" idx="0"/>
          </p:cNvCxnSpPr>
          <p:nvPr/>
        </p:nvCxnSpPr>
        <p:spPr>
          <a:xfrm flipH="1" rot="16200000">
            <a:off x="3034080" y="1422720"/>
            <a:ext cx="3190320" cy="1714680"/>
          </a:xfrm>
          <a:prstGeom prst="curvedConnector3">
            <a:avLst>
              <a:gd name="adj1" fmla="val 100011"/>
            </a:avLst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142" name=""/>
          <p:cNvSpPr/>
          <p:nvPr/>
        </p:nvSpPr>
        <p:spPr>
          <a:xfrm>
            <a:off x="4572000" y="4560840"/>
            <a:ext cx="15994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Correspond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43" name=""/>
          <p:cNvCxnSpPr>
            <a:endCxn id="142" idx="1"/>
          </p:cNvCxnSpPr>
          <p:nvPr/>
        </p:nvCxnSpPr>
        <p:spPr>
          <a:xfrm>
            <a:off x="4114800" y="4228920"/>
            <a:ext cx="457560" cy="451800"/>
          </a:xfrm>
          <a:prstGeom prst="straightConnector1">
            <a:avLst/>
          </a:prstGeom>
          <a:ln w="10080">
            <a:solidFill>
              <a:srgbClr val="000000"/>
            </a:solidFill>
            <a:round/>
            <a:headEnd len="med" type="triangle" w="med"/>
            <a:tailEnd len="med" type="triangle" w="med"/>
          </a:ln>
        </p:spPr>
      </p:cxnSp>
      <p:sp>
        <p:nvSpPr>
          <p:cNvPr id="144" name=""/>
          <p:cNvSpPr/>
          <p:nvPr/>
        </p:nvSpPr>
        <p:spPr>
          <a:xfrm>
            <a:off x="6629400" y="4800600"/>
            <a:ext cx="913680" cy="4564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Equipement Model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45" name=""/>
          <p:cNvCxnSpPr>
            <a:stCxn id="142" idx="3"/>
            <a:endCxn id="144" idx="1"/>
          </p:cNvCxnSpPr>
          <p:nvPr/>
        </p:nvCxnSpPr>
        <p:spPr>
          <a:xfrm>
            <a:off x="6171480" y="4680360"/>
            <a:ext cx="458280" cy="34884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"/>
          <p:cNvSpPr/>
          <p:nvPr/>
        </p:nvSpPr>
        <p:spPr>
          <a:xfrm>
            <a:off x="3429000" y="457200"/>
            <a:ext cx="6850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Person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"/>
          <p:cNvSpPr/>
          <p:nvPr/>
        </p:nvSpPr>
        <p:spPr>
          <a:xfrm>
            <a:off x="2763000" y="1143000"/>
            <a:ext cx="685080" cy="22788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Isa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48" name=""/>
          <p:cNvCxnSpPr>
            <a:stCxn id="146" idx="2"/>
            <a:endCxn id="147" idx="0"/>
          </p:cNvCxnSpPr>
          <p:nvPr/>
        </p:nvCxnSpPr>
        <p:spPr>
          <a:xfrm flipH="1">
            <a:off x="3105720" y="685080"/>
            <a:ext cx="66636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149" name=""/>
          <p:cNvSpPr/>
          <p:nvPr/>
        </p:nvSpPr>
        <p:spPr>
          <a:xfrm>
            <a:off x="1848600" y="1828800"/>
            <a:ext cx="6850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Student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50" name=""/>
          <p:cNvCxnSpPr>
            <a:stCxn id="149" idx="0"/>
            <a:endCxn id="147" idx="2"/>
          </p:cNvCxnSpPr>
          <p:nvPr/>
        </p:nvCxnSpPr>
        <p:spPr>
          <a:xfrm flipV="1">
            <a:off x="2191320" y="1370880"/>
            <a:ext cx="57204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151" name=""/>
          <p:cNvSpPr/>
          <p:nvPr/>
        </p:nvSpPr>
        <p:spPr>
          <a:xfrm>
            <a:off x="3200400" y="1942920"/>
            <a:ext cx="6850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o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y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52" name=""/>
          <p:cNvCxnSpPr>
            <a:stCxn id="151" idx="0"/>
            <a:endCxn id="147" idx="4"/>
          </p:cNvCxnSpPr>
          <p:nvPr/>
        </p:nvCxnSpPr>
        <p:spPr>
          <a:xfrm flipH="1" flipV="1">
            <a:off x="3448080" y="1370880"/>
            <a:ext cx="95400" cy="57240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153" name=""/>
          <p:cNvSpPr/>
          <p:nvPr/>
        </p:nvSpPr>
        <p:spPr>
          <a:xfrm>
            <a:off x="457200" y="2514600"/>
            <a:ext cx="1370880" cy="45648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v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_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"/>
          <p:cNvSpPr/>
          <p:nvPr/>
        </p:nvSpPr>
        <p:spPr>
          <a:xfrm>
            <a:off x="3200400" y="2514600"/>
            <a:ext cx="685080" cy="22788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55" name=""/>
          <p:cNvCxnSpPr>
            <a:stCxn id="151" idx="2"/>
            <a:endCxn id="154" idx="0"/>
          </p:cNvCxnSpPr>
          <p:nvPr/>
        </p:nvCxnSpPr>
        <p:spPr>
          <a:xfrm>
            <a:off x="3543120" y="2170800"/>
            <a:ext cx="360" cy="34416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156" name=""/>
          <p:cNvSpPr/>
          <p:nvPr/>
        </p:nvSpPr>
        <p:spPr>
          <a:xfrm>
            <a:off x="2991600" y="3200400"/>
            <a:ext cx="9136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Academic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57" name=""/>
          <p:cNvCxnSpPr>
            <a:stCxn id="156" idx="0"/>
            <a:endCxn id="154" idx="2"/>
          </p:cNvCxnSpPr>
          <p:nvPr/>
        </p:nvCxnSpPr>
        <p:spPr>
          <a:xfrm flipH="1" flipV="1">
            <a:off x="3200400" y="2742480"/>
            <a:ext cx="24840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158" name=""/>
          <p:cNvSpPr/>
          <p:nvPr/>
        </p:nvSpPr>
        <p:spPr>
          <a:xfrm>
            <a:off x="4134600" y="3200400"/>
            <a:ext cx="11422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Non Acatdemic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59" name=""/>
          <p:cNvCxnSpPr>
            <a:stCxn id="158" idx="0"/>
            <a:endCxn id="154" idx="4"/>
          </p:cNvCxnSpPr>
          <p:nvPr/>
        </p:nvCxnSpPr>
        <p:spPr>
          <a:xfrm flipH="1" flipV="1">
            <a:off x="3885480" y="2742480"/>
            <a:ext cx="82080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160" name=""/>
          <p:cNvCxnSpPr>
            <a:stCxn id="153" idx="0"/>
            <a:endCxn id="149" idx="2"/>
          </p:cNvCxnSpPr>
          <p:nvPr/>
        </p:nvCxnSpPr>
        <p:spPr>
          <a:xfrm flipV="1">
            <a:off x="1142640" y="2056680"/>
            <a:ext cx="1049040" cy="45828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cxnSp>
        <p:nvCxnSpPr>
          <p:cNvPr id="161" name=""/>
          <p:cNvCxnSpPr>
            <a:stCxn id="153" idx="2"/>
            <a:endCxn id="156" idx="1"/>
          </p:cNvCxnSpPr>
          <p:nvPr/>
        </p:nvCxnSpPr>
        <p:spPr>
          <a:xfrm>
            <a:off x="1142640" y="2971080"/>
            <a:ext cx="1849320" cy="34380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sp>
        <p:nvSpPr>
          <p:cNvPr id="162" name=""/>
          <p:cNvSpPr/>
          <p:nvPr/>
        </p:nvSpPr>
        <p:spPr>
          <a:xfrm>
            <a:off x="4095360" y="2057400"/>
            <a:ext cx="1142280" cy="68508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Reports_To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63" name=""/>
          <p:cNvCxnSpPr>
            <a:stCxn id="151" idx="3"/>
            <a:endCxn id="162" idx="1"/>
          </p:cNvCxnSpPr>
          <p:nvPr/>
        </p:nvCxnSpPr>
        <p:spPr>
          <a:xfrm>
            <a:off x="3885480" y="2057040"/>
            <a:ext cx="210240" cy="343440"/>
          </a:xfrm>
          <a:prstGeom prst="straightConnector1">
            <a:avLst/>
          </a:prstGeom>
          <a:ln w="3816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164" name=""/>
          <p:cNvCxnSpPr>
            <a:stCxn id="162" idx="2"/>
            <a:endCxn id="162" idx="3"/>
          </p:cNvCxnSpPr>
          <p:nvPr/>
        </p:nvCxnSpPr>
        <p:spPr>
          <a:xfrm flipH="1" flipV="1" rot="5400000">
            <a:off x="4780800" y="2285640"/>
            <a:ext cx="342720" cy="571320"/>
          </a:xfrm>
          <a:prstGeom prst="curvedConnector4">
            <a:avLst>
              <a:gd name="adj1" fmla="val -63932"/>
              <a:gd name="adj2" fmla="val 136885"/>
            </a:avLst>
          </a:prstGeom>
          <a:ln w="38160">
            <a:solidFill>
              <a:srgbClr val="000000"/>
            </a:solidFill>
            <a:round/>
            <a:headEnd len="med" type="triangle" w="med"/>
            <a:tailEnd len="med" type="triangle" w="med"/>
          </a:ln>
        </p:spPr>
      </p:cxnSp>
      <p:sp>
        <p:nvSpPr>
          <p:cNvPr id="165" name=""/>
          <p:cNvSpPr/>
          <p:nvPr/>
        </p:nvSpPr>
        <p:spPr>
          <a:xfrm>
            <a:off x="457200" y="4354560"/>
            <a:ext cx="809280" cy="216720"/>
          </a:xfrm>
          <a:prstGeom prst="rect">
            <a:avLst/>
          </a:prstGeom>
          <a:solidFill>
            <a:srgbClr val="FFFFFF"/>
          </a:solidFill>
          <a:ln w="25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3520" tIns="38520" rIns="83520" bIns="38520" anchor="ctr" anchorCtr="1">
            <a:noAutofit/>
          </a:bodyPr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Laboratory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66" name=""/>
          <p:cNvCxnSpPr>
            <a:stCxn id="165" idx="0"/>
            <a:endCxn id="153" idx="2"/>
          </p:cNvCxnSpPr>
          <p:nvPr/>
        </p:nvCxnSpPr>
        <p:spPr>
          <a:xfrm flipV="1">
            <a:off x="861840" y="2971080"/>
            <a:ext cx="281160" cy="138384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sp>
        <p:nvSpPr>
          <p:cNvPr id="167" name=""/>
          <p:cNvSpPr/>
          <p:nvPr/>
        </p:nvSpPr>
        <p:spPr>
          <a:xfrm>
            <a:off x="1371600" y="3429000"/>
            <a:ext cx="1370880" cy="45648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Attached_t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o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68" name=""/>
          <p:cNvCxnSpPr>
            <a:stCxn id="165" idx="0"/>
            <a:endCxn id="167" idx="2"/>
          </p:cNvCxnSpPr>
          <p:nvPr/>
        </p:nvCxnSpPr>
        <p:spPr>
          <a:xfrm flipV="1">
            <a:off x="861840" y="3885480"/>
            <a:ext cx="1195560" cy="46944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cxnSp>
        <p:nvCxnSpPr>
          <p:cNvPr id="169" name=""/>
          <p:cNvCxnSpPr>
            <a:stCxn id="146" idx="2"/>
            <a:endCxn id="167" idx="0"/>
          </p:cNvCxnSpPr>
          <p:nvPr/>
        </p:nvCxnSpPr>
        <p:spPr>
          <a:xfrm rot="5400000">
            <a:off x="1542240" y="1199880"/>
            <a:ext cx="2744280" cy="1715040"/>
          </a:xfrm>
          <a:prstGeom prst="curvedConnector3">
            <a:avLst>
              <a:gd name="adj1" fmla="val 25019"/>
            </a:avLst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170" name=""/>
          <p:cNvSpPr/>
          <p:nvPr/>
        </p:nvSpPr>
        <p:spPr>
          <a:xfrm>
            <a:off x="1828800" y="4354560"/>
            <a:ext cx="9136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Host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71" name=""/>
          <p:cNvCxnSpPr>
            <a:stCxn id="165" idx="3"/>
            <a:endCxn id="170" idx="1"/>
          </p:cNvCxnSpPr>
          <p:nvPr/>
        </p:nvCxnSpPr>
        <p:spPr>
          <a:xfrm>
            <a:off x="1266480" y="4462920"/>
            <a:ext cx="562680" cy="11520"/>
          </a:xfrm>
          <a:prstGeom prst="straightConnector1">
            <a:avLst/>
          </a:prstGeom>
          <a:ln w="6480">
            <a:solidFill>
              <a:srgbClr val="000000"/>
            </a:solidFill>
            <a:round/>
          </a:ln>
        </p:spPr>
      </p:cxnSp>
      <p:sp>
        <p:nvSpPr>
          <p:cNvPr id="172" name=""/>
          <p:cNvSpPr/>
          <p:nvPr/>
        </p:nvSpPr>
        <p:spPr>
          <a:xfrm>
            <a:off x="3200400" y="4114800"/>
            <a:ext cx="9136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Equi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pem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ent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73" name=""/>
          <p:cNvCxnSpPr>
            <a:stCxn id="170" idx="3"/>
            <a:endCxn id="172" idx="1"/>
          </p:cNvCxnSpPr>
          <p:nvPr/>
        </p:nvCxnSpPr>
        <p:spPr>
          <a:xfrm flipV="1">
            <a:off x="2742480" y="4228920"/>
            <a:ext cx="458280" cy="245520"/>
          </a:xfrm>
          <a:prstGeom prst="straightConnector1">
            <a:avLst/>
          </a:prstGeom>
          <a:ln w="6480">
            <a:solidFill>
              <a:srgbClr val="000000"/>
            </a:solidFill>
            <a:round/>
          </a:ln>
        </p:spPr>
      </p:cxnSp>
      <p:sp>
        <p:nvSpPr>
          <p:cNvPr id="174" name=""/>
          <p:cNvSpPr/>
          <p:nvPr/>
        </p:nvSpPr>
        <p:spPr>
          <a:xfrm>
            <a:off x="3429000" y="4572000"/>
            <a:ext cx="685080" cy="22788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Isa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75" name=""/>
          <p:cNvCxnSpPr>
            <a:stCxn id="172" idx="2"/>
            <a:endCxn id="174" idx="0"/>
          </p:cNvCxnSpPr>
          <p:nvPr/>
        </p:nvCxnSpPr>
        <p:spPr>
          <a:xfrm>
            <a:off x="3657240" y="4342680"/>
            <a:ext cx="114840" cy="2296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176" name=""/>
          <p:cNvSpPr/>
          <p:nvPr/>
        </p:nvSpPr>
        <p:spPr>
          <a:xfrm>
            <a:off x="2743200" y="5029200"/>
            <a:ext cx="9136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Portable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77" name=""/>
          <p:cNvCxnSpPr>
            <a:stCxn id="176" idx="0"/>
            <a:endCxn id="174" idx="3"/>
          </p:cNvCxnSpPr>
          <p:nvPr/>
        </p:nvCxnSpPr>
        <p:spPr>
          <a:xfrm flipV="1">
            <a:off x="3200040" y="4799880"/>
            <a:ext cx="572040" cy="2296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178" name=""/>
          <p:cNvSpPr/>
          <p:nvPr/>
        </p:nvSpPr>
        <p:spPr>
          <a:xfrm>
            <a:off x="3886200" y="5029200"/>
            <a:ext cx="9136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x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79" name=""/>
          <p:cNvCxnSpPr>
            <a:stCxn id="178" idx="0"/>
          </p:cNvCxnSpPr>
          <p:nvPr/>
        </p:nvCxnSpPr>
        <p:spPr>
          <a:xfrm flipH="1" flipV="1">
            <a:off x="3772080" y="4800600"/>
            <a:ext cx="571320" cy="22896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180" name=""/>
          <p:cNvSpPr/>
          <p:nvPr/>
        </p:nvSpPr>
        <p:spPr>
          <a:xfrm>
            <a:off x="5029200" y="3755160"/>
            <a:ext cx="9136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81" name=""/>
          <p:cNvCxnSpPr>
            <a:stCxn id="172" idx="3"/>
            <a:endCxn id="180" idx="1"/>
          </p:cNvCxnSpPr>
          <p:nvPr/>
        </p:nvCxnSpPr>
        <p:spPr>
          <a:xfrm flipV="1">
            <a:off x="4114080" y="3874680"/>
            <a:ext cx="915480" cy="354600"/>
          </a:xfrm>
          <a:prstGeom prst="straightConnector1">
            <a:avLst/>
          </a:prstGeom>
          <a:ln w="10080">
            <a:solidFill>
              <a:srgbClr val="000000"/>
            </a:solidFill>
            <a:round/>
            <a:headEnd len="med" type="triangle" w="med"/>
            <a:tailEnd len="med" type="triangle" w="med"/>
          </a:ln>
        </p:spPr>
      </p:cxnSp>
      <p:cxnSp>
        <p:nvCxnSpPr>
          <p:cNvPr id="182" name=""/>
          <p:cNvCxnSpPr>
            <a:stCxn id="146" idx="2"/>
            <a:endCxn id="180" idx="0"/>
          </p:cNvCxnSpPr>
          <p:nvPr/>
        </p:nvCxnSpPr>
        <p:spPr>
          <a:xfrm flipH="1" rot="16200000">
            <a:off x="3093840" y="1362960"/>
            <a:ext cx="3070440" cy="1714680"/>
          </a:xfrm>
          <a:prstGeom prst="curvedConnector3">
            <a:avLst>
              <a:gd name="adj1" fmla="val 100011"/>
            </a:avLst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183" name=""/>
          <p:cNvSpPr/>
          <p:nvPr/>
        </p:nvSpPr>
        <p:spPr>
          <a:xfrm>
            <a:off x="4572000" y="4560840"/>
            <a:ext cx="15994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Correspond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84" name=""/>
          <p:cNvCxnSpPr>
            <a:endCxn id="183" idx="1"/>
          </p:cNvCxnSpPr>
          <p:nvPr/>
        </p:nvCxnSpPr>
        <p:spPr>
          <a:xfrm>
            <a:off x="4114800" y="4228920"/>
            <a:ext cx="457560" cy="451800"/>
          </a:xfrm>
          <a:prstGeom prst="straightConnector1">
            <a:avLst/>
          </a:prstGeom>
          <a:ln w="10080">
            <a:solidFill>
              <a:srgbClr val="000000"/>
            </a:solidFill>
            <a:round/>
            <a:headEnd len="med" type="triangle" w="med"/>
            <a:tailEnd len="med" type="triangle" w="med"/>
          </a:ln>
        </p:spPr>
      </p:cxnSp>
      <p:sp>
        <p:nvSpPr>
          <p:cNvPr id="185" name=""/>
          <p:cNvSpPr/>
          <p:nvPr/>
        </p:nvSpPr>
        <p:spPr>
          <a:xfrm>
            <a:off x="6629400" y="4800600"/>
            <a:ext cx="913680" cy="4564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Equipement Model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86" name=""/>
          <p:cNvCxnSpPr>
            <a:stCxn id="183" idx="3"/>
            <a:endCxn id="185" idx="1"/>
          </p:cNvCxnSpPr>
          <p:nvPr/>
        </p:nvCxnSpPr>
        <p:spPr>
          <a:xfrm>
            <a:off x="6171480" y="4680360"/>
            <a:ext cx="458280" cy="34884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187" name=""/>
          <p:cNvSpPr/>
          <p:nvPr/>
        </p:nvSpPr>
        <p:spPr>
          <a:xfrm>
            <a:off x="6858000" y="1143000"/>
            <a:ext cx="6850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Projects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"/>
          <p:cNvSpPr/>
          <p:nvPr/>
        </p:nvSpPr>
        <p:spPr>
          <a:xfrm>
            <a:off x="4800600" y="903240"/>
            <a:ext cx="13708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o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89" name=""/>
          <p:cNvCxnSpPr>
            <a:stCxn id="187" idx="1"/>
            <a:endCxn id="188" idx="3"/>
          </p:cNvCxnSpPr>
          <p:nvPr/>
        </p:nvCxnSpPr>
        <p:spPr>
          <a:xfrm flipH="1" flipV="1">
            <a:off x="6171480" y="1022760"/>
            <a:ext cx="686880" cy="23472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cxnSp>
        <p:nvCxnSpPr>
          <p:cNvPr id="190" name=""/>
          <p:cNvCxnSpPr>
            <a:stCxn id="188" idx="1"/>
            <a:endCxn id="146" idx="3"/>
          </p:cNvCxnSpPr>
          <p:nvPr/>
        </p:nvCxnSpPr>
        <p:spPr>
          <a:xfrm flipH="1" flipV="1">
            <a:off x="4114080" y="571320"/>
            <a:ext cx="686880" cy="45180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191" name=""/>
          <p:cNvSpPr/>
          <p:nvPr/>
        </p:nvSpPr>
        <p:spPr>
          <a:xfrm>
            <a:off x="5029200" y="1469160"/>
            <a:ext cx="13708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Funds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92" name=""/>
          <p:cNvCxnSpPr>
            <a:stCxn id="187" idx="1"/>
            <a:endCxn id="191" idx="3"/>
          </p:cNvCxnSpPr>
          <p:nvPr/>
        </p:nvCxnSpPr>
        <p:spPr>
          <a:xfrm flipH="1">
            <a:off x="6400080" y="1257120"/>
            <a:ext cx="458280" cy="33192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cxnSp>
        <p:nvCxnSpPr>
          <p:cNvPr id="193" name=""/>
          <p:cNvCxnSpPr>
            <a:stCxn id="191" idx="1"/>
          </p:cNvCxnSpPr>
          <p:nvPr/>
        </p:nvCxnSpPr>
        <p:spPr>
          <a:xfrm flipH="1" flipV="1">
            <a:off x="4114800" y="571320"/>
            <a:ext cx="914760" cy="1017720"/>
          </a:xfrm>
          <a:prstGeom prst="straightConnector1">
            <a:avLst/>
          </a:prstGeom>
          <a:ln w="38160">
            <a:solidFill>
              <a:srgbClr val="000000"/>
            </a:solidFill>
            <a:round/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"/>
          <p:cNvSpPr/>
          <p:nvPr/>
        </p:nvSpPr>
        <p:spPr>
          <a:xfrm>
            <a:off x="3429000" y="457200"/>
            <a:ext cx="6850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Person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"/>
          <p:cNvSpPr/>
          <p:nvPr/>
        </p:nvSpPr>
        <p:spPr>
          <a:xfrm>
            <a:off x="2763000" y="1143000"/>
            <a:ext cx="685080" cy="22788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Isa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96" name=""/>
          <p:cNvCxnSpPr>
            <a:stCxn id="194" idx="2"/>
            <a:endCxn id="195" idx="0"/>
          </p:cNvCxnSpPr>
          <p:nvPr/>
        </p:nvCxnSpPr>
        <p:spPr>
          <a:xfrm flipH="1">
            <a:off x="3105720" y="685080"/>
            <a:ext cx="66636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197" name=""/>
          <p:cNvSpPr/>
          <p:nvPr/>
        </p:nvSpPr>
        <p:spPr>
          <a:xfrm>
            <a:off x="1848600" y="1828800"/>
            <a:ext cx="6850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Student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98" name=""/>
          <p:cNvCxnSpPr>
            <a:stCxn id="197" idx="0"/>
            <a:endCxn id="195" idx="2"/>
          </p:cNvCxnSpPr>
          <p:nvPr/>
        </p:nvCxnSpPr>
        <p:spPr>
          <a:xfrm flipV="1">
            <a:off x="2191320" y="1370880"/>
            <a:ext cx="57204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199" name=""/>
          <p:cNvSpPr/>
          <p:nvPr/>
        </p:nvSpPr>
        <p:spPr>
          <a:xfrm>
            <a:off x="3200400" y="1942920"/>
            <a:ext cx="6850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Employe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00" name=""/>
          <p:cNvCxnSpPr>
            <a:stCxn id="199" idx="0"/>
            <a:endCxn id="195" idx="4"/>
          </p:cNvCxnSpPr>
          <p:nvPr/>
        </p:nvCxnSpPr>
        <p:spPr>
          <a:xfrm flipH="1" flipV="1">
            <a:off x="3448080" y="1370880"/>
            <a:ext cx="95400" cy="57240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201" name=""/>
          <p:cNvSpPr/>
          <p:nvPr/>
        </p:nvSpPr>
        <p:spPr>
          <a:xfrm>
            <a:off x="457200" y="2514600"/>
            <a:ext cx="1370880" cy="45648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Supervised_By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"/>
          <p:cNvSpPr/>
          <p:nvPr/>
        </p:nvSpPr>
        <p:spPr>
          <a:xfrm>
            <a:off x="3200400" y="2514600"/>
            <a:ext cx="685080" cy="22788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03" name=""/>
          <p:cNvCxnSpPr>
            <a:stCxn id="199" idx="2"/>
            <a:endCxn id="202" idx="0"/>
          </p:cNvCxnSpPr>
          <p:nvPr/>
        </p:nvCxnSpPr>
        <p:spPr>
          <a:xfrm>
            <a:off x="3543120" y="2170800"/>
            <a:ext cx="360" cy="34416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204" name=""/>
          <p:cNvSpPr/>
          <p:nvPr/>
        </p:nvSpPr>
        <p:spPr>
          <a:xfrm>
            <a:off x="2991600" y="3200400"/>
            <a:ext cx="9136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Academi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05" name=""/>
          <p:cNvCxnSpPr>
            <a:stCxn id="204" idx="0"/>
            <a:endCxn id="202" idx="2"/>
          </p:cNvCxnSpPr>
          <p:nvPr/>
        </p:nvCxnSpPr>
        <p:spPr>
          <a:xfrm flipH="1" flipV="1">
            <a:off x="3200400" y="2742480"/>
            <a:ext cx="24840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206" name=""/>
          <p:cNvSpPr/>
          <p:nvPr/>
        </p:nvSpPr>
        <p:spPr>
          <a:xfrm>
            <a:off x="4134600" y="3200400"/>
            <a:ext cx="11422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o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07" name=""/>
          <p:cNvCxnSpPr>
            <a:stCxn id="206" idx="0"/>
            <a:endCxn id="202" idx="4"/>
          </p:cNvCxnSpPr>
          <p:nvPr/>
        </p:nvCxnSpPr>
        <p:spPr>
          <a:xfrm flipH="1" flipV="1">
            <a:off x="3885480" y="2742480"/>
            <a:ext cx="82080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208" name=""/>
          <p:cNvCxnSpPr>
            <a:stCxn id="201" idx="0"/>
            <a:endCxn id="197" idx="2"/>
          </p:cNvCxnSpPr>
          <p:nvPr/>
        </p:nvCxnSpPr>
        <p:spPr>
          <a:xfrm flipV="1">
            <a:off x="1142640" y="2056680"/>
            <a:ext cx="1049040" cy="45828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cxnSp>
        <p:nvCxnSpPr>
          <p:cNvPr id="209" name=""/>
          <p:cNvCxnSpPr>
            <a:stCxn id="201" idx="2"/>
            <a:endCxn id="204" idx="1"/>
          </p:cNvCxnSpPr>
          <p:nvPr/>
        </p:nvCxnSpPr>
        <p:spPr>
          <a:xfrm>
            <a:off x="1142640" y="2971080"/>
            <a:ext cx="1849320" cy="34380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sp>
        <p:nvSpPr>
          <p:cNvPr id="210" name=""/>
          <p:cNvSpPr/>
          <p:nvPr/>
        </p:nvSpPr>
        <p:spPr>
          <a:xfrm>
            <a:off x="4095360" y="2057400"/>
            <a:ext cx="1142280" cy="68508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Reports_To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11" name=""/>
          <p:cNvCxnSpPr>
            <a:stCxn id="199" idx="3"/>
            <a:endCxn id="210" idx="1"/>
          </p:cNvCxnSpPr>
          <p:nvPr/>
        </p:nvCxnSpPr>
        <p:spPr>
          <a:xfrm>
            <a:off x="3885480" y="2057040"/>
            <a:ext cx="210240" cy="343440"/>
          </a:xfrm>
          <a:prstGeom prst="straightConnector1">
            <a:avLst/>
          </a:prstGeom>
          <a:ln w="3816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212" name=""/>
          <p:cNvCxnSpPr>
            <a:stCxn id="210" idx="2"/>
            <a:endCxn id="210" idx="3"/>
          </p:cNvCxnSpPr>
          <p:nvPr/>
        </p:nvCxnSpPr>
        <p:spPr>
          <a:xfrm flipH="1" flipV="1" rot="5400000">
            <a:off x="4780800" y="2285640"/>
            <a:ext cx="342720" cy="571320"/>
          </a:xfrm>
          <a:prstGeom prst="curvedConnector4">
            <a:avLst>
              <a:gd name="adj1" fmla="val -63932"/>
              <a:gd name="adj2" fmla="val 136885"/>
            </a:avLst>
          </a:prstGeom>
          <a:ln w="38160">
            <a:solidFill>
              <a:srgbClr val="000000"/>
            </a:solidFill>
            <a:round/>
            <a:headEnd len="med" type="triangle" w="med"/>
            <a:tailEnd len="med" type="triangle" w="med"/>
          </a:ln>
        </p:spPr>
      </p:cxnSp>
      <p:sp>
        <p:nvSpPr>
          <p:cNvPr id="213" name=""/>
          <p:cNvSpPr/>
          <p:nvPr/>
        </p:nvSpPr>
        <p:spPr>
          <a:xfrm>
            <a:off x="457200" y="4354560"/>
            <a:ext cx="809280" cy="216720"/>
          </a:xfrm>
          <a:prstGeom prst="rect">
            <a:avLst/>
          </a:prstGeom>
          <a:solidFill>
            <a:srgbClr val="FFFFFF"/>
          </a:solidFill>
          <a:ln w="25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3520" tIns="38520" rIns="83520" bIns="38520" anchor="ctr" anchorCtr="1">
            <a:noAutofit/>
          </a:bodyPr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Laboratory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14" name=""/>
          <p:cNvCxnSpPr>
            <a:stCxn id="213" idx="0"/>
            <a:endCxn id="201" idx="2"/>
          </p:cNvCxnSpPr>
          <p:nvPr/>
        </p:nvCxnSpPr>
        <p:spPr>
          <a:xfrm flipV="1">
            <a:off x="861840" y="2971080"/>
            <a:ext cx="281160" cy="138384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sp>
        <p:nvSpPr>
          <p:cNvPr id="215" name=""/>
          <p:cNvSpPr/>
          <p:nvPr/>
        </p:nvSpPr>
        <p:spPr>
          <a:xfrm>
            <a:off x="1371600" y="3429000"/>
            <a:ext cx="1370880" cy="45648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Attached_to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16" name=""/>
          <p:cNvCxnSpPr>
            <a:stCxn id="213" idx="0"/>
            <a:endCxn id="215" idx="2"/>
          </p:cNvCxnSpPr>
          <p:nvPr/>
        </p:nvCxnSpPr>
        <p:spPr>
          <a:xfrm flipV="1">
            <a:off x="861840" y="3885480"/>
            <a:ext cx="1195560" cy="46944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cxnSp>
        <p:nvCxnSpPr>
          <p:cNvPr id="217" name=""/>
          <p:cNvCxnSpPr>
            <a:stCxn id="194" idx="2"/>
            <a:endCxn id="215" idx="0"/>
          </p:cNvCxnSpPr>
          <p:nvPr/>
        </p:nvCxnSpPr>
        <p:spPr>
          <a:xfrm rot="5400000">
            <a:off x="1542240" y="1199880"/>
            <a:ext cx="2744280" cy="1715040"/>
          </a:xfrm>
          <a:prstGeom prst="curvedConnector3">
            <a:avLst>
              <a:gd name="adj1" fmla="val 25019"/>
            </a:avLst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218" name=""/>
          <p:cNvSpPr/>
          <p:nvPr/>
        </p:nvSpPr>
        <p:spPr>
          <a:xfrm>
            <a:off x="1828800" y="4354560"/>
            <a:ext cx="9136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Host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19" name=""/>
          <p:cNvCxnSpPr>
            <a:stCxn id="213" idx="3"/>
            <a:endCxn id="218" idx="1"/>
          </p:cNvCxnSpPr>
          <p:nvPr/>
        </p:nvCxnSpPr>
        <p:spPr>
          <a:xfrm>
            <a:off x="1266480" y="4462920"/>
            <a:ext cx="562680" cy="11520"/>
          </a:xfrm>
          <a:prstGeom prst="straightConnector1">
            <a:avLst/>
          </a:prstGeom>
          <a:ln w="6480">
            <a:solidFill>
              <a:srgbClr val="000000"/>
            </a:solidFill>
            <a:round/>
          </a:ln>
        </p:spPr>
      </p:cxnSp>
      <p:sp>
        <p:nvSpPr>
          <p:cNvPr id="220" name=""/>
          <p:cNvSpPr/>
          <p:nvPr/>
        </p:nvSpPr>
        <p:spPr>
          <a:xfrm>
            <a:off x="3200400" y="4114800"/>
            <a:ext cx="9136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Equipeme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21" name=""/>
          <p:cNvCxnSpPr>
            <a:stCxn id="218" idx="3"/>
            <a:endCxn id="220" idx="1"/>
          </p:cNvCxnSpPr>
          <p:nvPr/>
        </p:nvCxnSpPr>
        <p:spPr>
          <a:xfrm flipV="1">
            <a:off x="2742480" y="4228920"/>
            <a:ext cx="458280" cy="245520"/>
          </a:xfrm>
          <a:prstGeom prst="straightConnector1">
            <a:avLst/>
          </a:prstGeom>
          <a:ln w="6480">
            <a:solidFill>
              <a:srgbClr val="000000"/>
            </a:solidFill>
            <a:round/>
          </a:ln>
        </p:spPr>
      </p:cxnSp>
      <p:sp>
        <p:nvSpPr>
          <p:cNvPr id="222" name=""/>
          <p:cNvSpPr/>
          <p:nvPr/>
        </p:nvSpPr>
        <p:spPr>
          <a:xfrm>
            <a:off x="3429000" y="4572000"/>
            <a:ext cx="685080" cy="22788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Isa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23" name=""/>
          <p:cNvCxnSpPr>
            <a:stCxn id="220" idx="2"/>
            <a:endCxn id="222" idx="0"/>
          </p:cNvCxnSpPr>
          <p:nvPr/>
        </p:nvCxnSpPr>
        <p:spPr>
          <a:xfrm>
            <a:off x="3657240" y="4342680"/>
            <a:ext cx="114840" cy="2296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224" name=""/>
          <p:cNvSpPr/>
          <p:nvPr/>
        </p:nvSpPr>
        <p:spPr>
          <a:xfrm>
            <a:off x="2743200" y="5029200"/>
            <a:ext cx="9136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o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25" name=""/>
          <p:cNvCxnSpPr>
            <a:stCxn id="224" idx="0"/>
            <a:endCxn id="222" idx="3"/>
          </p:cNvCxnSpPr>
          <p:nvPr/>
        </p:nvCxnSpPr>
        <p:spPr>
          <a:xfrm flipV="1">
            <a:off x="3200040" y="4799880"/>
            <a:ext cx="572040" cy="2296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226" name=""/>
          <p:cNvSpPr/>
          <p:nvPr/>
        </p:nvSpPr>
        <p:spPr>
          <a:xfrm>
            <a:off x="3886200" y="5029200"/>
            <a:ext cx="9136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Fixed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27" name=""/>
          <p:cNvCxnSpPr>
            <a:stCxn id="226" idx="0"/>
          </p:cNvCxnSpPr>
          <p:nvPr/>
        </p:nvCxnSpPr>
        <p:spPr>
          <a:xfrm flipH="1" flipV="1">
            <a:off x="3772080" y="4800600"/>
            <a:ext cx="571320" cy="22896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228" name=""/>
          <p:cNvSpPr/>
          <p:nvPr/>
        </p:nvSpPr>
        <p:spPr>
          <a:xfrm>
            <a:off x="5029200" y="3755160"/>
            <a:ext cx="9136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29" name=""/>
          <p:cNvCxnSpPr>
            <a:stCxn id="220" idx="3"/>
            <a:endCxn id="228" idx="1"/>
          </p:cNvCxnSpPr>
          <p:nvPr/>
        </p:nvCxnSpPr>
        <p:spPr>
          <a:xfrm flipV="1">
            <a:off x="4114080" y="3874680"/>
            <a:ext cx="915480" cy="354600"/>
          </a:xfrm>
          <a:prstGeom prst="straightConnector1">
            <a:avLst/>
          </a:prstGeom>
          <a:ln w="10080">
            <a:solidFill>
              <a:srgbClr val="000000"/>
            </a:solidFill>
            <a:round/>
            <a:headEnd len="med" type="triangle" w="med"/>
            <a:tailEnd len="med" type="triangle" w="med"/>
          </a:ln>
        </p:spPr>
      </p:cxnSp>
      <p:cxnSp>
        <p:nvCxnSpPr>
          <p:cNvPr id="230" name=""/>
          <p:cNvCxnSpPr>
            <a:stCxn id="194" idx="2"/>
            <a:endCxn id="228" idx="0"/>
          </p:cNvCxnSpPr>
          <p:nvPr/>
        </p:nvCxnSpPr>
        <p:spPr>
          <a:xfrm flipH="1" rot="16200000">
            <a:off x="3093840" y="1362960"/>
            <a:ext cx="3070440" cy="1714680"/>
          </a:xfrm>
          <a:prstGeom prst="curvedConnector3">
            <a:avLst>
              <a:gd name="adj1" fmla="val 100011"/>
            </a:avLst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231" name=""/>
          <p:cNvSpPr/>
          <p:nvPr/>
        </p:nvSpPr>
        <p:spPr>
          <a:xfrm>
            <a:off x="4572000" y="4560840"/>
            <a:ext cx="15994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Correspond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32" name=""/>
          <p:cNvCxnSpPr>
            <a:endCxn id="231" idx="1"/>
          </p:cNvCxnSpPr>
          <p:nvPr/>
        </p:nvCxnSpPr>
        <p:spPr>
          <a:xfrm>
            <a:off x="4114800" y="4228920"/>
            <a:ext cx="457560" cy="451800"/>
          </a:xfrm>
          <a:prstGeom prst="straightConnector1">
            <a:avLst/>
          </a:prstGeom>
          <a:ln w="10080">
            <a:solidFill>
              <a:srgbClr val="000000"/>
            </a:solidFill>
            <a:round/>
            <a:headEnd len="med" type="triangle" w="med"/>
            <a:tailEnd len="med" type="triangle" w="med"/>
          </a:ln>
        </p:spPr>
      </p:cxnSp>
      <p:sp>
        <p:nvSpPr>
          <p:cNvPr id="233" name=""/>
          <p:cNvSpPr/>
          <p:nvPr/>
        </p:nvSpPr>
        <p:spPr>
          <a:xfrm>
            <a:off x="6629400" y="4800600"/>
            <a:ext cx="913680" cy="4564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q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o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34" name=""/>
          <p:cNvCxnSpPr>
            <a:stCxn id="231" idx="3"/>
            <a:endCxn id="233" idx="1"/>
          </p:cNvCxnSpPr>
          <p:nvPr/>
        </p:nvCxnSpPr>
        <p:spPr>
          <a:xfrm>
            <a:off x="6171480" y="4680360"/>
            <a:ext cx="458280" cy="34884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235" name=""/>
          <p:cNvSpPr/>
          <p:nvPr/>
        </p:nvSpPr>
        <p:spPr>
          <a:xfrm>
            <a:off x="6858000" y="1143000"/>
            <a:ext cx="6850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o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j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"/>
          <p:cNvSpPr/>
          <p:nvPr/>
        </p:nvSpPr>
        <p:spPr>
          <a:xfrm>
            <a:off x="4800600" y="903240"/>
            <a:ext cx="13708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o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37" name=""/>
          <p:cNvCxnSpPr>
            <a:stCxn id="235" idx="1"/>
            <a:endCxn id="236" idx="3"/>
          </p:cNvCxnSpPr>
          <p:nvPr/>
        </p:nvCxnSpPr>
        <p:spPr>
          <a:xfrm flipH="1" flipV="1">
            <a:off x="6171480" y="1022760"/>
            <a:ext cx="686880" cy="23472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cxnSp>
        <p:nvCxnSpPr>
          <p:cNvPr id="238" name=""/>
          <p:cNvCxnSpPr>
            <a:stCxn id="236" idx="1"/>
            <a:endCxn id="194" idx="3"/>
          </p:cNvCxnSpPr>
          <p:nvPr/>
        </p:nvCxnSpPr>
        <p:spPr>
          <a:xfrm flipH="1" flipV="1">
            <a:off x="4114080" y="571320"/>
            <a:ext cx="686880" cy="45180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239" name=""/>
          <p:cNvSpPr/>
          <p:nvPr/>
        </p:nvSpPr>
        <p:spPr>
          <a:xfrm>
            <a:off x="5029200" y="1469160"/>
            <a:ext cx="13708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40" name=""/>
          <p:cNvCxnSpPr>
            <a:stCxn id="235" idx="1"/>
            <a:endCxn id="239" idx="3"/>
          </p:cNvCxnSpPr>
          <p:nvPr/>
        </p:nvCxnSpPr>
        <p:spPr>
          <a:xfrm flipH="1">
            <a:off x="6400080" y="1257120"/>
            <a:ext cx="458280" cy="33192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cxnSp>
        <p:nvCxnSpPr>
          <p:cNvPr id="241" name=""/>
          <p:cNvCxnSpPr>
            <a:stCxn id="239" idx="1"/>
          </p:cNvCxnSpPr>
          <p:nvPr/>
        </p:nvCxnSpPr>
        <p:spPr>
          <a:xfrm flipH="1" flipV="1">
            <a:off x="4114800" y="571320"/>
            <a:ext cx="914760" cy="1017720"/>
          </a:xfrm>
          <a:prstGeom prst="straightConnector1">
            <a:avLst/>
          </a:prstGeom>
          <a:ln w="3816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242" name=""/>
          <p:cNvSpPr/>
          <p:nvPr/>
        </p:nvSpPr>
        <p:spPr>
          <a:xfrm>
            <a:off x="5943600" y="2057400"/>
            <a:ext cx="6850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Budget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43" name=""/>
          <p:cNvCxnSpPr>
            <a:stCxn id="242" idx="1"/>
            <a:endCxn id="239" idx="2"/>
          </p:cNvCxnSpPr>
          <p:nvPr/>
        </p:nvCxnSpPr>
        <p:spPr>
          <a:xfrm flipH="1" flipV="1">
            <a:off x="5714640" y="1708200"/>
            <a:ext cx="229320" cy="463680"/>
          </a:xfrm>
          <a:prstGeom prst="straightConnector1">
            <a:avLst/>
          </a:prstGeom>
          <a:ln w="6480">
            <a:solidFill>
              <a:srgbClr val="000000"/>
            </a:solidFill>
            <a:round/>
          </a:ln>
        </p:spPr>
      </p:cxnSp>
      <p:sp>
        <p:nvSpPr>
          <p:cNvPr id="244" name=""/>
          <p:cNvSpPr/>
          <p:nvPr/>
        </p:nvSpPr>
        <p:spPr>
          <a:xfrm>
            <a:off x="5943600" y="3429000"/>
            <a:ext cx="13708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Manages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45" name=""/>
          <p:cNvCxnSpPr>
            <a:stCxn id="242" idx="2"/>
            <a:endCxn id="244" idx="0"/>
          </p:cNvCxnSpPr>
          <p:nvPr/>
        </p:nvCxnSpPr>
        <p:spPr>
          <a:xfrm>
            <a:off x="6286320" y="2285280"/>
            <a:ext cx="343080" cy="11440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246" name=""/>
          <p:cNvCxnSpPr>
            <a:stCxn id="244" idx="1"/>
            <a:endCxn id="204" idx="2"/>
          </p:cNvCxnSpPr>
          <p:nvPr/>
        </p:nvCxnSpPr>
        <p:spPr>
          <a:xfrm rot="10800000">
            <a:off x="3448080" y="3428280"/>
            <a:ext cx="2495520" cy="120600"/>
          </a:xfrm>
          <a:prstGeom prst="curvedConnector2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"/>
          <p:cNvSpPr/>
          <p:nvPr/>
        </p:nvSpPr>
        <p:spPr>
          <a:xfrm>
            <a:off x="3429000" y="457200"/>
            <a:ext cx="6850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Person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"/>
          <p:cNvSpPr/>
          <p:nvPr/>
        </p:nvSpPr>
        <p:spPr>
          <a:xfrm>
            <a:off x="2763000" y="1143000"/>
            <a:ext cx="685080" cy="22788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Isa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49" name=""/>
          <p:cNvCxnSpPr>
            <a:stCxn id="247" idx="2"/>
            <a:endCxn id="248" idx="0"/>
          </p:cNvCxnSpPr>
          <p:nvPr/>
        </p:nvCxnSpPr>
        <p:spPr>
          <a:xfrm flipH="1">
            <a:off x="3105720" y="685080"/>
            <a:ext cx="66636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250" name=""/>
          <p:cNvSpPr/>
          <p:nvPr/>
        </p:nvSpPr>
        <p:spPr>
          <a:xfrm>
            <a:off x="1848600" y="1828800"/>
            <a:ext cx="6850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Student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51" name=""/>
          <p:cNvCxnSpPr>
            <a:stCxn id="250" idx="0"/>
            <a:endCxn id="248" idx="2"/>
          </p:cNvCxnSpPr>
          <p:nvPr/>
        </p:nvCxnSpPr>
        <p:spPr>
          <a:xfrm flipV="1">
            <a:off x="2191320" y="1370880"/>
            <a:ext cx="57204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252" name=""/>
          <p:cNvSpPr/>
          <p:nvPr/>
        </p:nvSpPr>
        <p:spPr>
          <a:xfrm>
            <a:off x="2857680" y="1942920"/>
            <a:ext cx="6850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Employe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53" name=""/>
          <p:cNvCxnSpPr>
            <a:stCxn id="252" idx="0"/>
            <a:endCxn id="248" idx="4"/>
          </p:cNvCxnSpPr>
          <p:nvPr/>
        </p:nvCxnSpPr>
        <p:spPr>
          <a:xfrm flipV="1">
            <a:off x="3200400" y="1370880"/>
            <a:ext cx="248040" cy="57240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254" name=""/>
          <p:cNvSpPr/>
          <p:nvPr/>
        </p:nvSpPr>
        <p:spPr>
          <a:xfrm>
            <a:off x="457200" y="2514600"/>
            <a:ext cx="1370880" cy="45648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Supervised_By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"/>
          <p:cNvSpPr/>
          <p:nvPr/>
        </p:nvSpPr>
        <p:spPr>
          <a:xfrm>
            <a:off x="3200400" y="2514600"/>
            <a:ext cx="685080" cy="22788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Isa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56" name=""/>
          <p:cNvCxnSpPr>
            <a:stCxn id="252" idx="2"/>
            <a:endCxn id="255" idx="0"/>
          </p:cNvCxnSpPr>
          <p:nvPr/>
        </p:nvCxnSpPr>
        <p:spPr>
          <a:xfrm>
            <a:off x="3200400" y="2170800"/>
            <a:ext cx="343080" cy="34416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257" name=""/>
          <p:cNvSpPr/>
          <p:nvPr/>
        </p:nvSpPr>
        <p:spPr>
          <a:xfrm>
            <a:off x="2991600" y="3200400"/>
            <a:ext cx="9136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Academic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58" name=""/>
          <p:cNvCxnSpPr>
            <a:stCxn id="257" idx="0"/>
            <a:endCxn id="255" idx="2"/>
          </p:cNvCxnSpPr>
          <p:nvPr/>
        </p:nvCxnSpPr>
        <p:spPr>
          <a:xfrm flipH="1" flipV="1">
            <a:off x="3200400" y="2742480"/>
            <a:ext cx="24840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259" name=""/>
          <p:cNvSpPr/>
          <p:nvPr/>
        </p:nvSpPr>
        <p:spPr>
          <a:xfrm>
            <a:off x="4134600" y="3200400"/>
            <a:ext cx="11422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Non Academic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60" name=""/>
          <p:cNvCxnSpPr>
            <a:stCxn id="259" idx="0"/>
            <a:endCxn id="255" idx="4"/>
          </p:cNvCxnSpPr>
          <p:nvPr/>
        </p:nvCxnSpPr>
        <p:spPr>
          <a:xfrm flipH="1" flipV="1">
            <a:off x="3885480" y="2742480"/>
            <a:ext cx="82080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261" name=""/>
          <p:cNvCxnSpPr>
            <a:stCxn id="254" idx="0"/>
            <a:endCxn id="250" idx="2"/>
          </p:cNvCxnSpPr>
          <p:nvPr/>
        </p:nvCxnSpPr>
        <p:spPr>
          <a:xfrm flipV="1">
            <a:off x="1142640" y="2056680"/>
            <a:ext cx="1049040" cy="45828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cxnSp>
        <p:nvCxnSpPr>
          <p:cNvPr id="262" name=""/>
          <p:cNvCxnSpPr>
            <a:stCxn id="254" idx="2"/>
            <a:endCxn id="257" idx="1"/>
          </p:cNvCxnSpPr>
          <p:nvPr/>
        </p:nvCxnSpPr>
        <p:spPr>
          <a:xfrm>
            <a:off x="1142640" y="2971080"/>
            <a:ext cx="1849320" cy="34380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sp>
        <p:nvSpPr>
          <p:cNvPr id="263" name=""/>
          <p:cNvSpPr/>
          <p:nvPr/>
        </p:nvSpPr>
        <p:spPr>
          <a:xfrm>
            <a:off x="4095360" y="2057400"/>
            <a:ext cx="1142280" cy="68508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Reports_To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64" name=""/>
          <p:cNvCxnSpPr>
            <a:stCxn id="252" idx="3"/>
            <a:endCxn id="263" idx="1"/>
          </p:cNvCxnSpPr>
          <p:nvPr/>
        </p:nvCxnSpPr>
        <p:spPr>
          <a:xfrm>
            <a:off x="3542760" y="2057040"/>
            <a:ext cx="552960" cy="343440"/>
          </a:xfrm>
          <a:prstGeom prst="straightConnector1">
            <a:avLst/>
          </a:prstGeom>
          <a:ln w="3816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265" name=""/>
          <p:cNvCxnSpPr>
            <a:stCxn id="263" idx="2"/>
            <a:endCxn id="263" idx="3"/>
          </p:cNvCxnSpPr>
          <p:nvPr/>
        </p:nvCxnSpPr>
        <p:spPr>
          <a:xfrm flipH="1" flipV="1" rot="5400000">
            <a:off x="4780800" y="2285640"/>
            <a:ext cx="342720" cy="571320"/>
          </a:xfrm>
          <a:prstGeom prst="curvedConnector4">
            <a:avLst>
              <a:gd name="adj1" fmla="val -63932"/>
              <a:gd name="adj2" fmla="val 136885"/>
            </a:avLst>
          </a:prstGeom>
          <a:ln w="38160">
            <a:solidFill>
              <a:srgbClr val="000000"/>
            </a:solidFill>
            <a:round/>
            <a:headEnd len="med" type="triangle" w="med"/>
            <a:tailEnd len="med" type="triangle" w="med"/>
          </a:ln>
        </p:spPr>
      </p:cxnSp>
      <p:sp>
        <p:nvSpPr>
          <p:cNvPr id="266" name=""/>
          <p:cNvSpPr/>
          <p:nvPr/>
        </p:nvSpPr>
        <p:spPr>
          <a:xfrm>
            <a:off x="457200" y="4354560"/>
            <a:ext cx="914040" cy="217080"/>
          </a:xfrm>
          <a:prstGeom prst="rect">
            <a:avLst/>
          </a:prstGeom>
          <a:solidFill>
            <a:srgbClr val="FFFFFF"/>
          </a:solidFill>
          <a:ln w="25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3520" tIns="38520" rIns="83520" bIns="38520" anchor="ctr" anchorCtr="1">
            <a:noAutofit/>
          </a:bodyPr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Laboratory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67" name=""/>
          <p:cNvCxnSpPr>
            <a:stCxn id="266" idx="0"/>
            <a:endCxn id="254" idx="2"/>
          </p:cNvCxnSpPr>
          <p:nvPr/>
        </p:nvCxnSpPr>
        <p:spPr>
          <a:xfrm flipV="1">
            <a:off x="914400" y="2971080"/>
            <a:ext cx="228600" cy="138384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sp>
        <p:nvSpPr>
          <p:cNvPr id="268" name=""/>
          <p:cNvSpPr/>
          <p:nvPr/>
        </p:nvSpPr>
        <p:spPr>
          <a:xfrm>
            <a:off x="1371600" y="3429000"/>
            <a:ext cx="1370880" cy="45648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Attached_to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69" name=""/>
          <p:cNvCxnSpPr>
            <a:stCxn id="266" idx="0"/>
            <a:endCxn id="268" idx="2"/>
          </p:cNvCxnSpPr>
          <p:nvPr/>
        </p:nvCxnSpPr>
        <p:spPr>
          <a:xfrm flipV="1">
            <a:off x="914400" y="3885480"/>
            <a:ext cx="1143000" cy="46944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cxnSp>
        <p:nvCxnSpPr>
          <p:cNvPr id="270" name=""/>
          <p:cNvCxnSpPr>
            <a:stCxn id="247" idx="2"/>
            <a:endCxn id="268" idx="0"/>
          </p:cNvCxnSpPr>
          <p:nvPr/>
        </p:nvCxnSpPr>
        <p:spPr>
          <a:xfrm rot="5400000">
            <a:off x="1542240" y="1199880"/>
            <a:ext cx="2744280" cy="1715040"/>
          </a:xfrm>
          <a:prstGeom prst="curvedConnector3">
            <a:avLst>
              <a:gd name="adj1" fmla="val 25019"/>
            </a:avLst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271" name=""/>
          <p:cNvSpPr/>
          <p:nvPr/>
        </p:nvSpPr>
        <p:spPr>
          <a:xfrm>
            <a:off x="1828800" y="4354560"/>
            <a:ext cx="9136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Host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72" name=""/>
          <p:cNvCxnSpPr>
            <a:stCxn id="266" idx="3"/>
            <a:endCxn id="271" idx="1"/>
          </p:cNvCxnSpPr>
          <p:nvPr/>
        </p:nvCxnSpPr>
        <p:spPr>
          <a:xfrm>
            <a:off x="1371240" y="4463280"/>
            <a:ext cx="457920" cy="11160"/>
          </a:xfrm>
          <a:prstGeom prst="straightConnector1">
            <a:avLst/>
          </a:prstGeom>
          <a:ln w="6480">
            <a:solidFill>
              <a:srgbClr val="000000"/>
            </a:solidFill>
            <a:round/>
          </a:ln>
        </p:spPr>
      </p:cxnSp>
      <p:sp>
        <p:nvSpPr>
          <p:cNvPr id="273" name=""/>
          <p:cNvSpPr/>
          <p:nvPr/>
        </p:nvSpPr>
        <p:spPr>
          <a:xfrm>
            <a:off x="3200400" y="4114800"/>
            <a:ext cx="9136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Equipement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74" name=""/>
          <p:cNvCxnSpPr>
            <a:stCxn id="271" idx="3"/>
            <a:endCxn id="273" idx="1"/>
          </p:cNvCxnSpPr>
          <p:nvPr/>
        </p:nvCxnSpPr>
        <p:spPr>
          <a:xfrm flipV="1">
            <a:off x="2742480" y="4228920"/>
            <a:ext cx="458280" cy="245520"/>
          </a:xfrm>
          <a:prstGeom prst="straightConnector1">
            <a:avLst/>
          </a:prstGeom>
          <a:ln w="6480">
            <a:solidFill>
              <a:srgbClr val="000000"/>
            </a:solidFill>
            <a:round/>
          </a:ln>
        </p:spPr>
      </p:cxnSp>
      <p:sp>
        <p:nvSpPr>
          <p:cNvPr id="275" name=""/>
          <p:cNvSpPr/>
          <p:nvPr/>
        </p:nvSpPr>
        <p:spPr>
          <a:xfrm>
            <a:off x="3429000" y="4572000"/>
            <a:ext cx="685080" cy="22788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Isa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76" name=""/>
          <p:cNvCxnSpPr>
            <a:stCxn id="273" idx="2"/>
            <a:endCxn id="275" idx="0"/>
          </p:cNvCxnSpPr>
          <p:nvPr/>
        </p:nvCxnSpPr>
        <p:spPr>
          <a:xfrm>
            <a:off x="3657240" y="4342680"/>
            <a:ext cx="114840" cy="2296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277" name=""/>
          <p:cNvSpPr/>
          <p:nvPr/>
        </p:nvSpPr>
        <p:spPr>
          <a:xfrm>
            <a:off x="2743200" y="5029200"/>
            <a:ext cx="9136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Portable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78" name=""/>
          <p:cNvCxnSpPr>
            <a:stCxn id="277" idx="0"/>
            <a:endCxn id="275" idx="3"/>
          </p:cNvCxnSpPr>
          <p:nvPr/>
        </p:nvCxnSpPr>
        <p:spPr>
          <a:xfrm flipV="1">
            <a:off x="3200040" y="4799880"/>
            <a:ext cx="572040" cy="2296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279" name=""/>
          <p:cNvSpPr/>
          <p:nvPr/>
        </p:nvSpPr>
        <p:spPr>
          <a:xfrm>
            <a:off x="3886200" y="5029200"/>
            <a:ext cx="9136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Fixed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80" name=""/>
          <p:cNvCxnSpPr>
            <a:stCxn id="279" idx="0"/>
          </p:cNvCxnSpPr>
          <p:nvPr/>
        </p:nvCxnSpPr>
        <p:spPr>
          <a:xfrm flipH="1" flipV="1">
            <a:off x="3772080" y="4800600"/>
            <a:ext cx="571320" cy="22896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281" name=""/>
          <p:cNvSpPr/>
          <p:nvPr/>
        </p:nvSpPr>
        <p:spPr>
          <a:xfrm>
            <a:off x="5029200" y="3755160"/>
            <a:ext cx="9136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Use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82" name=""/>
          <p:cNvCxnSpPr>
            <a:stCxn id="273" idx="3"/>
            <a:endCxn id="281" idx="1"/>
          </p:cNvCxnSpPr>
          <p:nvPr/>
        </p:nvCxnSpPr>
        <p:spPr>
          <a:xfrm flipV="1">
            <a:off x="4114080" y="3874680"/>
            <a:ext cx="915480" cy="354600"/>
          </a:xfrm>
          <a:prstGeom prst="straightConnector1">
            <a:avLst/>
          </a:prstGeom>
          <a:ln w="10080">
            <a:solidFill>
              <a:srgbClr val="000000"/>
            </a:solidFill>
            <a:round/>
            <a:headEnd len="med" type="triangle" w="med"/>
            <a:tailEnd len="med" type="triangle" w="med"/>
          </a:ln>
        </p:spPr>
      </p:cxnSp>
      <p:cxnSp>
        <p:nvCxnSpPr>
          <p:cNvPr id="283" name=""/>
          <p:cNvCxnSpPr>
            <a:stCxn id="247" idx="2"/>
            <a:endCxn id="281" idx="0"/>
          </p:cNvCxnSpPr>
          <p:nvPr/>
        </p:nvCxnSpPr>
        <p:spPr>
          <a:xfrm flipH="1" rot="16200000">
            <a:off x="3093840" y="1362960"/>
            <a:ext cx="3070440" cy="1714680"/>
          </a:xfrm>
          <a:prstGeom prst="curvedConnector3">
            <a:avLst>
              <a:gd name="adj1" fmla="val 100011"/>
            </a:avLst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284" name=""/>
          <p:cNvSpPr/>
          <p:nvPr/>
        </p:nvSpPr>
        <p:spPr>
          <a:xfrm>
            <a:off x="4572000" y="4560840"/>
            <a:ext cx="15994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Correspond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85" name=""/>
          <p:cNvCxnSpPr>
            <a:endCxn id="284" idx="1"/>
          </p:cNvCxnSpPr>
          <p:nvPr/>
        </p:nvCxnSpPr>
        <p:spPr>
          <a:xfrm>
            <a:off x="4114800" y="4228920"/>
            <a:ext cx="457560" cy="451800"/>
          </a:xfrm>
          <a:prstGeom prst="straightConnector1">
            <a:avLst/>
          </a:prstGeom>
          <a:ln w="10080">
            <a:solidFill>
              <a:srgbClr val="000000"/>
            </a:solidFill>
            <a:round/>
            <a:headEnd len="med" type="triangle" w="med"/>
            <a:tailEnd len="med" type="triangle" w="med"/>
          </a:ln>
        </p:spPr>
      </p:cxnSp>
      <p:sp>
        <p:nvSpPr>
          <p:cNvPr id="286" name=""/>
          <p:cNvSpPr/>
          <p:nvPr/>
        </p:nvSpPr>
        <p:spPr>
          <a:xfrm>
            <a:off x="6629400" y="4800600"/>
            <a:ext cx="913680" cy="4564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Equipement Model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87" name=""/>
          <p:cNvCxnSpPr>
            <a:stCxn id="284" idx="3"/>
            <a:endCxn id="286" idx="1"/>
          </p:cNvCxnSpPr>
          <p:nvPr/>
        </p:nvCxnSpPr>
        <p:spPr>
          <a:xfrm>
            <a:off x="6171480" y="4680360"/>
            <a:ext cx="458280" cy="34884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288" name=""/>
          <p:cNvSpPr/>
          <p:nvPr/>
        </p:nvSpPr>
        <p:spPr>
          <a:xfrm>
            <a:off x="6858000" y="1143000"/>
            <a:ext cx="6850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Projects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"/>
          <p:cNvSpPr/>
          <p:nvPr/>
        </p:nvSpPr>
        <p:spPr>
          <a:xfrm>
            <a:off x="4800600" y="903240"/>
            <a:ext cx="13708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Contribut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90" name=""/>
          <p:cNvCxnSpPr>
            <a:stCxn id="288" idx="1"/>
            <a:endCxn id="289" idx="3"/>
          </p:cNvCxnSpPr>
          <p:nvPr/>
        </p:nvCxnSpPr>
        <p:spPr>
          <a:xfrm flipH="1" flipV="1">
            <a:off x="6171480" y="1022760"/>
            <a:ext cx="686880" cy="23472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cxnSp>
        <p:nvCxnSpPr>
          <p:cNvPr id="291" name=""/>
          <p:cNvCxnSpPr>
            <a:stCxn id="289" idx="1"/>
            <a:endCxn id="247" idx="3"/>
          </p:cNvCxnSpPr>
          <p:nvPr/>
        </p:nvCxnSpPr>
        <p:spPr>
          <a:xfrm flipH="1" flipV="1">
            <a:off x="4114080" y="571320"/>
            <a:ext cx="686880" cy="45180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292" name=""/>
          <p:cNvSpPr/>
          <p:nvPr/>
        </p:nvSpPr>
        <p:spPr>
          <a:xfrm>
            <a:off x="5029200" y="1469160"/>
            <a:ext cx="13708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Funds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93" name=""/>
          <p:cNvCxnSpPr>
            <a:stCxn id="288" idx="1"/>
            <a:endCxn id="292" idx="3"/>
          </p:cNvCxnSpPr>
          <p:nvPr/>
        </p:nvCxnSpPr>
        <p:spPr>
          <a:xfrm flipH="1">
            <a:off x="6400080" y="1257120"/>
            <a:ext cx="458280" cy="33192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cxnSp>
        <p:nvCxnSpPr>
          <p:cNvPr id="294" name=""/>
          <p:cNvCxnSpPr>
            <a:stCxn id="292" idx="1"/>
          </p:cNvCxnSpPr>
          <p:nvPr/>
        </p:nvCxnSpPr>
        <p:spPr>
          <a:xfrm flipH="1" flipV="1">
            <a:off x="4114800" y="571320"/>
            <a:ext cx="914760" cy="1017720"/>
          </a:xfrm>
          <a:prstGeom prst="straightConnector1">
            <a:avLst/>
          </a:prstGeom>
          <a:ln w="3816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295" name=""/>
          <p:cNvSpPr/>
          <p:nvPr/>
        </p:nvSpPr>
        <p:spPr>
          <a:xfrm>
            <a:off x="5715000" y="2286360"/>
            <a:ext cx="68544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Budget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96" name=""/>
          <p:cNvCxnSpPr>
            <a:stCxn id="295" idx="0"/>
            <a:endCxn id="292" idx="2"/>
          </p:cNvCxnSpPr>
          <p:nvPr/>
        </p:nvCxnSpPr>
        <p:spPr>
          <a:xfrm flipH="1" flipV="1">
            <a:off x="5714640" y="1708200"/>
            <a:ext cx="343440" cy="578520"/>
          </a:xfrm>
          <a:prstGeom prst="straightConnector1">
            <a:avLst/>
          </a:prstGeom>
          <a:ln w="6480">
            <a:solidFill>
              <a:srgbClr val="000000"/>
            </a:solidFill>
            <a:round/>
          </a:ln>
        </p:spPr>
      </p:cxnSp>
      <p:sp>
        <p:nvSpPr>
          <p:cNvPr id="297" name=""/>
          <p:cNvSpPr/>
          <p:nvPr/>
        </p:nvSpPr>
        <p:spPr>
          <a:xfrm>
            <a:off x="5943600" y="3429000"/>
            <a:ext cx="13708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Manages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98" name=""/>
          <p:cNvCxnSpPr>
            <a:stCxn id="295" idx="2"/>
            <a:endCxn id="297" idx="0"/>
          </p:cNvCxnSpPr>
          <p:nvPr/>
        </p:nvCxnSpPr>
        <p:spPr>
          <a:xfrm>
            <a:off x="6057720" y="2514240"/>
            <a:ext cx="571680" cy="91512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299" name=""/>
          <p:cNvCxnSpPr>
            <a:stCxn id="297" idx="1"/>
            <a:endCxn id="257" idx="2"/>
          </p:cNvCxnSpPr>
          <p:nvPr/>
        </p:nvCxnSpPr>
        <p:spPr>
          <a:xfrm rot="10800000">
            <a:off x="3448080" y="3428280"/>
            <a:ext cx="2495520" cy="120600"/>
          </a:xfrm>
          <a:prstGeom prst="curvedConnector2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300" name=""/>
          <p:cNvSpPr/>
          <p:nvPr/>
        </p:nvSpPr>
        <p:spPr>
          <a:xfrm>
            <a:off x="7772400" y="4561200"/>
            <a:ext cx="15994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Requires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01" name=""/>
          <p:cNvCxnSpPr>
            <a:stCxn id="300" idx="3"/>
            <a:endCxn id="286" idx="3"/>
          </p:cNvCxnSpPr>
          <p:nvPr/>
        </p:nvCxnSpPr>
        <p:spPr>
          <a:xfrm flipH="1">
            <a:off x="7543080" y="4680720"/>
            <a:ext cx="1829160" cy="348480"/>
          </a:xfrm>
          <a:prstGeom prst="straightConnector1">
            <a:avLst/>
          </a:prstGeom>
          <a:ln w="6480">
            <a:solidFill>
              <a:srgbClr val="000000"/>
            </a:solidFill>
            <a:round/>
          </a:ln>
        </p:spPr>
      </p:cxnSp>
      <p:sp>
        <p:nvSpPr>
          <p:cNvPr id="302" name=""/>
          <p:cNvSpPr/>
          <p:nvPr/>
        </p:nvSpPr>
        <p:spPr>
          <a:xfrm>
            <a:off x="8001360" y="3886200"/>
            <a:ext cx="9136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Certifications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03" name=""/>
          <p:cNvCxnSpPr>
            <a:stCxn id="302" idx="2"/>
            <a:endCxn id="300" idx="0"/>
          </p:cNvCxnSpPr>
          <p:nvPr/>
        </p:nvCxnSpPr>
        <p:spPr>
          <a:xfrm>
            <a:off x="8458200" y="4114080"/>
            <a:ext cx="114480" cy="4474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304" name=""/>
          <p:cNvSpPr/>
          <p:nvPr/>
        </p:nvSpPr>
        <p:spPr>
          <a:xfrm>
            <a:off x="7543800" y="3418200"/>
            <a:ext cx="15994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Holds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05" name=""/>
          <p:cNvCxnSpPr>
            <a:stCxn id="302" idx="0"/>
            <a:endCxn id="304" idx="2"/>
          </p:cNvCxnSpPr>
          <p:nvPr/>
        </p:nvCxnSpPr>
        <p:spPr>
          <a:xfrm flipH="1" flipV="1">
            <a:off x="8343720" y="3657240"/>
            <a:ext cx="114840" cy="22932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306" name=""/>
          <p:cNvCxnSpPr>
            <a:stCxn id="304" idx="0"/>
            <a:endCxn id="247" idx="2"/>
          </p:cNvCxnSpPr>
          <p:nvPr/>
        </p:nvCxnSpPr>
        <p:spPr>
          <a:xfrm flipV="1" rot="16200000">
            <a:off x="4691160" y="-234360"/>
            <a:ext cx="2733480" cy="4572360"/>
          </a:xfrm>
          <a:prstGeom prst="curvedConnector3">
            <a:avLst>
              <a:gd name="adj1" fmla="val 24986"/>
            </a:avLst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"/>
          <p:cNvSpPr/>
          <p:nvPr/>
        </p:nvSpPr>
        <p:spPr>
          <a:xfrm>
            <a:off x="3886560" y="228600"/>
            <a:ext cx="6850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Person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"/>
          <p:cNvSpPr/>
          <p:nvPr/>
        </p:nvSpPr>
        <p:spPr>
          <a:xfrm>
            <a:off x="2763000" y="1143000"/>
            <a:ext cx="685080" cy="22788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Isa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09" name=""/>
          <p:cNvCxnSpPr>
            <a:stCxn id="307" idx="1"/>
            <a:endCxn id="308" idx="0"/>
          </p:cNvCxnSpPr>
          <p:nvPr/>
        </p:nvCxnSpPr>
        <p:spPr>
          <a:xfrm flipH="1">
            <a:off x="3105720" y="342720"/>
            <a:ext cx="781200" cy="80064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310" name=""/>
          <p:cNvSpPr/>
          <p:nvPr/>
        </p:nvSpPr>
        <p:spPr>
          <a:xfrm>
            <a:off x="1848600" y="1828800"/>
            <a:ext cx="6850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Student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1" name=""/>
          <p:cNvCxnSpPr>
            <a:stCxn id="310" idx="0"/>
            <a:endCxn id="308" idx="2"/>
          </p:cNvCxnSpPr>
          <p:nvPr/>
        </p:nvCxnSpPr>
        <p:spPr>
          <a:xfrm flipV="1">
            <a:off x="2191320" y="1370880"/>
            <a:ext cx="57204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312" name=""/>
          <p:cNvSpPr/>
          <p:nvPr/>
        </p:nvSpPr>
        <p:spPr>
          <a:xfrm>
            <a:off x="2971800" y="1714680"/>
            <a:ext cx="6850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Employe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3" name=""/>
          <p:cNvCxnSpPr>
            <a:stCxn id="312" idx="0"/>
            <a:endCxn id="308" idx="4"/>
          </p:cNvCxnSpPr>
          <p:nvPr/>
        </p:nvCxnSpPr>
        <p:spPr>
          <a:xfrm flipV="1">
            <a:off x="3314520" y="1370880"/>
            <a:ext cx="133920" cy="34416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314" name=""/>
          <p:cNvSpPr/>
          <p:nvPr/>
        </p:nvSpPr>
        <p:spPr>
          <a:xfrm>
            <a:off x="457200" y="2514600"/>
            <a:ext cx="1370880" cy="45648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Supervised_By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"/>
          <p:cNvSpPr/>
          <p:nvPr/>
        </p:nvSpPr>
        <p:spPr>
          <a:xfrm>
            <a:off x="3200400" y="2514600"/>
            <a:ext cx="685080" cy="22788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Isa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6" name=""/>
          <p:cNvCxnSpPr>
            <a:stCxn id="312" idx="2"/>
            <a:endCxn id="315" idx="0"/>
          </p:cNvCxnSpPr>
          <p:nvPr/>
        </p:nvCxnSpPr>
        <p:spPr>
          <a:xfrm>
            <a:off x="3314520" y="1942560"/>
            <a:ext cx="228960" cy="57240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317" name=""/>
          <p:cNvSpPr/>
          <p:nvPr/>
        </p:nvSpPr>
        <p:spPr>
          <a:xfrm>
            <a:off x="2991600" y="3200400"/>
            <a:ext cx="9136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Academic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8" name=""/>
          <p:cNvCxnSpPr>
            <a:stCxn id="317" idx="0"/>
            <a:endCxn id="315" idx="2"/>
          </p:cNvCxnSpPr>
          <p:nvPr/>
        </p:nvCxnSpPr>
        <p:spPr>
          <a:xfrm flipH="1" flipV="1">
            <a:off x="3200400" y="2742480"/>
            <a:ext cx="24840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319" name=""/>
          <p:cNvSpPr/>
          <p:nvPr/>
        </p:nvSpPr>
        <p:spPr>
          <a:xfrm>
            <a:off x="4343400" y="3200400"/>
            <a:ext cx="11422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Non Academic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20" name=""/>
          <p:cNvCxnSpPr>
            <a:stCxn id="319" idx="0"/>
            <a:endCxn id="315" idx="4"/>
          </p:cNvCxnSpPr>
          <p:nvPr/>
        </p:nvCxnSpPr>
        <p:spPr>
          <a:xfrm flipH="1" flipV="1">
            <a:off x="3885480" y="2742480"/>
            <a:ext cx="102960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321" name=""/>
          <p:cNvCxnSpPr>
            <a:stCxn id="314" idx="0"/>
            <a:endCxn id="310" idx="2"/>
          </p:cNvCxnSpPr>
          <p:nvPr/>
        </p:nvCxnSpPr>
        <p:spPr>
          <a:xfrm flipV="1">
            <a:off x="1142640" y="2056680"/>
            <a:ext cx="1049040" cy="45828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cxnSp>
        <p:nvCxnSpPr>
          <p:cNvPr id="322" name=""/>
          <p:cNvCxnSpPr>
            <a:stCxn id="314" idx="2"/>
            <a:endCxn id="317" idx="1"/>
          </p:cNvCxnSpPr>
          <p:nvPr/>
        </p:nvCxnSpPr>
        <p:spPr>
          <a:xfrm>
            <a:off x="1142640" y="2971080"/>
            <a:ext cx="1849320" cy="34380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sp>
        <p:nvSpPr>
          <p:cNvPr id="323" name=""/>
          <p:cNvSpPr/>
          <p:nvPr/>
        </p:nvSpPr>
        <p:spPr>
          <a:xfrm>
            <a:off x="4095360" y="2457360"/>
            <a:ext cx="1142280" cy="28512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Reports_To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24" name=""/>
          <p:cNvCxnSpPr>
            <a:stCxn id="312" idx="3"/>
            <a:endCxn id="323" idx="1"/>
          </p:cNvCxnSpPr>
          <p:nvPr/>
        </p:nvCxnSpPr>
        <p:spPr>
          <a:xfrm>
            <a:off x="3656880" y="1828800"/>
            <a:ext cx="438840" cy="771480"/>
          </a:xfrm>
          <a:prstGeom prst="straightConnector1">
            <a:avLst/>
          </a:prstGeom>
          <a:ln w="3816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325" name=""/>
          <p:cNvCxnSpPr>
            <a:stCxn id="323" idx="2"/>
            <a:endCxn id="323" idx="3"/>
          </p:cNvCxnSpPr>
          <p:nvPr/>
        </p:nvCxnSpPr>
        <p:spPr>
          <a:xfrm flipH="1" flipV="1" rot="5400000">
            <a:off x="4880880" y="2385720"/>
            <a:ext cx="142920" cy="571320"/>
          </a:xfrm>
          <a:prstGeom prst="curvedConnector4">
            <a:avLst>
              <a:gd name="adj1" fmla="val -153787"/>
              <a:gd name="adj2" fmla="val 136885"/>
            </a:avLst>
          </a:prstGeom>
          <a:ln w="38160">
            <a:solidFill>
              <a:srgbClr val="000000"/>
            </a:solidFill>
            <a:round/>
            <a:headEnd len="med" type="triangle" w="med"/>
            <a:tailEnd len="med" type="triangle" w="med"/>
          </a:ln>
        </p:spPr>
      </p:cxnSp>
      <p:sp>
        <p:nvSpPr>
          <p:cNvPr id="326" name=""/>
          <p:cNvSpPr/>
          <p:nvPr/>
        </p:nvSpPr>
        <p:spPr>
          <a:xfrm>
            <a:off x="457200" y="4354560"/>
            <a:ext cx="914040" cy="217080"/>
          </a:xfrm>
          <a:prstGeom prst="rect">
            <a:avLst/>
          </a:prstGeom>
          <a:solidFill>
            <a:srgbClr val="FFFFFF"/>
          </a:solidFill>
          <a:ln w="25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3520" tIns="38520" rIns="83520" bIns="38520" anchor="ctr" anchorCtr="1">
            <a:noAutofit/>
          </a:bodyPr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Laboratory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27" name=""/>
          <p:cNvCxnSpPr>
            <a:stCxn id="326" idx="0"/>
            <a:endCxn id="314" idx="2"/>
          </p:cNvCxnSpPr>
          <p:nvPr/>
        </p:nvCxnSpPr>
        <p:spPr>
          <a:xfrm flipV="1">
            <a:off x="914400" y="2971080"/>
            <a:ext cx="228600" cy="138384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sp>
        <p:nvSpPr>
          <p:cNvPr id="328" name=""/>
          <p:cNvSpPr/>
          <p:nvPr/>
        </p:nvSpPr>
        <p:spPr>
          <a:xfrm>
            <a:off x="1371600" y="3429000"/>
            <a:ext cx="1370880" cy="45648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Attached_to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29" name=""/>
          <p:cNvCxnSpPr>
            <a:stCxn id="326" idx="0"/>
            <a:endCxn id="328" idx="2"/>
          </p:cNvCxnSpPr>
          <p:nvPr/>
        </p:nvCxnSpPr>
        <p:spPr>
          <a:xfrm flipV="1">
            <a:off x="914400" y="3885480"/>
            <a:ext cx="1143000" cy="46944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cxnSp>
        <p:nvCxnSpPr>
          <p:cNvPr id="330" name=""/>
          <p:cNvCxnSpPr>
            <a:stCxn id="307" idx="2"/>
            <a:endCxn id="328" idx="0"/>
          </p:cNvCxnSpPr>
          <p:nvPr/>
        </p:nvCxnSpPr>
        <p:spPr>
          <a:xfrm rot="5400000">
            <a:off x="1656720" y="856440"/>
            <a:ext cx="2972880" cy="2172600"/>
          </a:xfrm>
          <a:prstGeom prst="curvedConnector3">
            <a:avLst>
              <a:gd name="adj1" fmla="val 26946"/>
            </a:avLst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331" name=""/>
          <p:cNvSpPr/>
          <p:nvPr/>
        </p:nvSpPr>
        <p:spPr>
          <a:xfrm>
            <a:off x="1828800" y="4354560"/>
            <a:ext cx="9136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Host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32" name=""/>
          <p:cNvCxnSpPr>
            <a:stCxn id="326" idx="3"/>
            <a:endCxn id="331" idx="1"/>
          </p:cNvCxnSpPr>
          <p:nvPr/>
        </p:nvCxnSpPr>
        <p:spPr>
          <a:xfrm>
            <a:off x="1371240" y="4463280"/>
            <a:ext cx="457920" cy="11160"/>
          </a:xfrm>
          <a:prstGeom prst="straightConnector1">
            <a:avLst/>
          </a:prstGeom>
          <a:ln w="6480">
            <a:solidFill>
              <a:srgbClr val="000000"/>
            </a:solidFill>
            <a:round/>
          </a:ln>
        </p:spPr>
      </p:cxnSp>
      <p:sp>
        <p:nvSpPr>
          <p:cNvPr id="333" name=""/>
          <p:cNvSpPr/>
          <p:nvPr/>
        </p:nvSpPr>
        <p:spPr>
          <a:xfrm>
            <a:off x="3200400" y="4114800"/>
            <a:ext cx="9136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Equipement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34" name=""/>
          <p:cNvCxnSpPr>
            <a:stCxn id="331" idx="3"/>
            <a:endCxn id="333" idx="1"/>
          </p:cNvCxnSpPr>
          <p:nvPr/>
        </p:nvCxnSpPr>
        <p:spPr>
          <a:xfrm flipV="1">
            <a:off x="2742480" y="4228920"/>
            <a:ext cx="458280" cy="245520"/>
          </a:xfrm>
          <a:prstGeom prst="straightConnector1">
            <a:avLst/>
          </a:prstGeom>
          <a:ln w="6480">
            <a:solidFill>
              <a:srgbClr val="000000"/>
            </a:solidFill>
            <a:round/>
          </a:ln>
        </p:spPr>
      </p:cxnSp>
      <p:sp>
        <p:nvSpPr>
          <p:cNvPr id="335" name=""/>
          <p:cNvSpPr/>
          <p:nvPr/>
        </p:nvSpPr>
        <p:spPr>
          <a:xfrm>
            <a:off x="3429000" y="4572000"/>
            <a:ext cx="685080" cy="22788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Isa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36" name=""/>
          <p:cNvCxnSpPr>
            <a:stCxn id="333" idx="2"/>
            <a:endCxn id="335" idx="0"/>
          </p:cNvCxnSpPr>
          <p:nvPr/>
        </p:nvCxnSpPr>
        <p:spPr>
          <a:xfrm>
            <a:off x="3657240" y="4342680"/>
            <a:ext cx="114840" cy="2296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337" name=""/>
          <p:cNvSpPr/>
          <p:nvPr/>
        </p:nvSpPr>
        <p:spPr>
          <a:xfrm>
            <a:off x="2743200" y="5029200"/>
            <a:ext cx="9136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Portable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38" name=""/>
          <p:cNvCxnSpPr>
            <a:stCxn id="337" idx="0"/>
            <a:endCxn id="335" idx="3"/>
          </p:cNvCxnSpPr>
          <p:nvPr/>
        </p:nvCxnSpPr>
        <p:spPr>
          <a:xfrm flipV="1">
            <a:off x="3200040" y="4799880"/>
            <a:ext cx="572040" cy="2296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339" name=""/>
          <p:cNvSpPr/>
          <p:nvPr/>
        </p:nvSpPr>
        <p:spPr>
          <a:xfrm>
            <a:off x="3886200" y="5029200"/>
            <a:ext cx="9136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Fixed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40" name=""/>
          <p:cNvCxnSpPr>
            <a:stCxn id="339" idx="0"/>
          </p:cNvCxnSpPr>
          <p:nvPr/>
        </p:nvCxnSpPr>
        <p:spPr>
          <a:xfrm flipH="1" flipV="1">
            <a:off x="3772080" y="4800600"/>
            <a:ext cx="571320" cy="22896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341" name=""/>
          <p:cNvSpPr/>
          <p:nvPr/>
        </p:nvSpPr>
        <p:spPr>
          <a:xfrm>
            <a:off x="4800600" y="4114800"/>
            <a:ext cx="9136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Use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42" name=""/>
          <p:cNvCxnSpPr>
            <a:stCxn id="333" idx="3"/>
            <a:endCxn id="341" idx="1"/>
          </p:cNvCxnSpPr>
          <p:nvPr/>
        </p:nvCxnSpPr>
        <p:spPr>
          <a:xfrm>
            <a:off x="4114080" y="4228920"/>
            <a:ext cx="686880" cy="5760"/>
          </a:xfrm>
          <a:prstGeom prst="straightConnector1">
            <a:avLst/>
          </a:prstGeom>
          <a:ln w="100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343" name=""/>
          <p:cNvCxnSpPr>
            <a:stCxn id="307" idx="2"/>
            <a:endCxn id="341" idx="0"/>
          </p:cNvCxnSpPr>
          <p:nvPr/>
        </p:nvCxnSpPr>
        <p:spPr>
          <a:xfrm flipH="1" rot="16200000">
            <a:off x="2914200" y="1771560"/>
            <a:ext cx="3658680" cy="1028520"/>
          </a:xfrm>
          <a:prstGeom prst="curvedConnector3">
            <a:avLst>
              <a:gd name="adj1" fmla="val 91970"/>
            </a:avLst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344" name=""/>
          <p:cNvSpPr/>
          <p:nvPr/>
        </p:nvSpPr>
        <p:spPr>
          <a:xfrm>
            <a:off x="4572000" y="4560840"/>
            <a:ext cx="15994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Correspond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45" name=""/>
          <p:cNvCxnSpPr>
            <a:stCxn id="333" idx="3"/>
            <a:endCxn id="344" idx="1"/>
          </p:cNvCxnSpPr>
          <p:nvPr/>
        </p:nvCxnSpPr>
        <p:spPr>
          <a:xfrm>
            <a:off x="4114080" y="4228920"/>
            <a:ext cx="458280" cy="451800"/>
          </a:xfrm>
          <a:prstGeom prst="straightConnector1">
            <a:avLst/>
          </a:prstGeom>
          <a:ln w="100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346" name=""/>
          <p:cNvSpPr/>
          <p:nvPr/>
        </p:nvSpPr>
        <p:spPr>
          <a:xfrm>
            <a:off x="6629400" y="4800600"/>
            <a:ext cx="913680" cy="4564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Equipement Model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47" name=""/>
          <p:cNvCxnSpPr>
            <a:stCxn id="344" idx="3"/>
            <a:endCxn id="346" idx="1"/>
          </p:cNvCxnSpPr>
          <p:nvPr/>
        </p:nvCxnSpPr>
        <p:spPr>
          <a:xfrm>
            <a:off x="6171480" y="4680360"/>
            <a:ext cx="458280" cy="34884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348" name=""/>
          <p:cNvSpPr/>
          <p:nvPr/>
        </p:nvSpPr>
        <p:spPr>
          <a:xfrm>
            <a:off x="6858000" y="1143000"/>
            <a:ext cx="6850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Projects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"/>
          <p:cNvSpPr/>
          <p:nvPr/>
        </p:nvSpPr>
        <p:spPr>
          <a:xfrm>
            <a:off x="4800600" y="903240"/>
            <a:ext cx="13708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Contribut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50" name=""/>
          <p:cNvCxnSpPr>
            <a:stCxn id="348" idx="1"/>
            <a:endCxn id="349" idx="3"/>
          </p:cNvCxnSpPr>
          <p:nvPr/>
        </p:nvCxnSpPr>
        <p:spPr>
          <a:xfrm flipH="1" flipV="1">
            <a:off x="6171480" y="1022760"/>
            <a:ext cx="686880" cy="23472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cxnSp>
        <p:nvCxnSpPr>
          <p:cNvPr id="351" name=""/>
          <p:cNvCxnSpPr>
            <a:stCxn id="349" idx="1"/>
            <a:endCxn id="307" idx="3"/>
          </p:cNvCxnSpPr>
          <p:nvPr/>
        </p:nvCxnSpPr>
        <p:spPr>
          <a:xfrm flipH="1" flipV="1">
            <a:off x="4571640" y="342720"/>
            <a:ext cx="229320" cy="68040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352" name=""/>
          <p:cNvSpPr/>
          <p:nvPr/>
        </p:nvSpPr>
        <p:spPr>
          <a:xfrm>
            <a:off x="5029200" y="1469160"/>
            <a:ext cx="13708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Funds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53" name=""/>
          <p:cNvCxnSpPr>
            <a:stCxn id="348" idx="1"/>
            <a:endCxn id="352" idx="3"/>
          </p:cNvCxnSpPr>
          <p:nvPr/>
        </p:nvCxnSpPr>
        <p:spPr>
          <a:xfrm flipH="1">
            <a:off x="6400080" y="1257120"/>
            <a:ext cx="458280" cy="33192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cxnSp>
        <p:nvCxnSpPr>
          <p:cNvPr id="354" name=""/>
          <p:cNvCxnSpPr>
            <a:stCxn id="352" idx="1"/>
            <a:endCxn id="307" idx="2"/>
          </p:cNvCxnSpPr>
          <p:nvPr/>
        </p:nvCxnSpPr>
        <p:spPr>
          <a:xfrm flipH="1" flipV="1">
            <a:off x="4229280" y="456480"/>
            <a:ext cx="800280" cy="1132560"/>
          </a:xfrm>
          <a:prstGeom prst="straightConnector1">
            <a:avLst/>
          </a:prstGeom>
          <a:ln w="3816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355" name=""/>
          <p:cNvSpPr/>
          <p:nvPr/>
        </p:nvSpPr>
        <p:spPr>
          <a:xfrm>
            <a:off x="5486400" y="2286360"/>
            <a:ext cx="68544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Budget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56" name=""/>
          <p:cNvCxnSpPr>
            <a:stCxn id="355" idx="0"/>
            <a:endCxn id="352" idx="2"/>
          </p:cNvCxnSpPr>
          <p:nvPr/>
        </p:nvCxnSpPr>
        <p:spPr>
          <a:xfrm flipH="1" flipV="1">
            <a:off x="5714640" y="1708200"/>
            <a:ext cx="114840" cy="578520"/>
          </a:xfrm>
          <a:prstGeom prst="straightConnector1">
            <a:avLst/>
          </a:prstGeom>
          <a:ln w="6480">
            <a:solidFill>
              <a:srgbClr val="000000"/>
            </a:solidFill>
            <a:round/>
          </a:ln>
        </p:spPr>
      </p:cxnSp>
      <p:sp>
        <p:nvSpPr>
          <p:cNvPr id="357" name=""/>
          <p:cNvSpPr/>
          <p:nvPr/>
        </p:nvSpPr>
        <p:spPr>
          <a:xfrm>
            <a:off x="5257800" y="3646800"/>
            <a:ext cx="13708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Manages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58" name=""/>
          <p:cNvCxnSpPr>
            <a:stCxn id="355" idx="2"/>
            <a:endCxn id="357" idx="0"/>
          </p:cNvCxnSpPr>
          <p:nvPr/>
        </p:nvCxnSpPr>
        <p:spPr>
          <a:xfrm>
            <a:off x="5829120" y="2514240"/>
            <a:ext cx="114480" cy="113292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359" name=""/>
          <p:cNvCxnSpPr>
            <a:stCxn id="357" idx="1"/>
            <a:endCxn id="317" idx="2"/>
          </p:cNvCxnSpPr>
          <p:nvPr/>
        </p:nvCxnSpPr>
        <p:spPr>
          <a:xfrm rot="10800000">
            <a:off x="3448440" y="3427920"/>
            <a:ext cx="1809720" cy="338400"/>
          </a:xfrm>
          <a:prstGeom prst="curvedConnector2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360" name=""/>
          <p:cNvSpPr/>
          <p:nvPr/>
        </p:nvSpPr>
        <p:spPr>
          <a:xfrm>
            <a:off x="7772400" y="4561200"/>
            <a:ext cx="15994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Requires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61" name=""/>
          <p:cNvCxnSpPr>
            <a:stCxn id="360" idx="3"/>
            <a:endCxn id="346" idx="3"/>
          </p:cNvCxnSpPr>
          <p:nvPr/>
        </p:nvCxnSpPr>
        <p:spPr>
          <a:xfrm flipH="1">
            <a:off x="7543080" y="4680720"/>
            <a:ext cx="1829160" cy="348480"/>
          </a:xfrm>
          <a:prstGeom prst="straightConnector1">
            <a:avLst/>
          </a:prstGeom>
          <a:ln w="6480">
            <a:solidFill>
              <a:srgbClr val="000000"/>
            </a:solidFill>
            <a:round/>
          </a:ln>
        </p:spPr>
      </p:cxnSp>
      <p:sp>
        <p:nvSpPr>
          <p:cNvPr id="362" name=""/>
          <p:cNvSpPr/>
          <p:nvPr/>
        </p:nvSpPr>
        <p:spPr>
          <a:xfrm>
            <a:off x="8001360" y="3886200"/>
            <a:ext cx="9136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Certifications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63" name=""/>
          <p:cNvCxnSpPr>
            <a:stCxn id="362" idx="2"/>
            <a:endCxn id="360" idx="0"/>
          </p:cNvCxnSpPr>
          <p:nvPr/>
        </p:nvCxnSpPr>
        <p:spPr>
          <a:xfrm>
            <a:off x="8458200" y="4114080"/>
            <a:ext cx="114480" cy="4474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364" name=""/>
          <p:cNvSpPr/>
          <p:nvPr/>
        </p:nvSpPr>
        <p:spPr>
          <a:xfrm>
            <a:off x="8001360" y="3429000"/>
            <a:ext cx="15994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Holds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65" name=""/>
          <p:cNvCxnSpPr>
            <a:stCxn id="362" idx="0"/>
            <a:endCxn id="364" idx="2"/>
          </p:cNvCxnSpPr>
          <p:nvPr/>
        </p:nvCxnSpPr>
        <p:spPr>
          <a:xfrm flipV="1">
            <a:off x="8458200" y="3668040"/>
            <a:ext cx="343440" cy="21852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366" name=""/>
          <p:cNvCxnSpPr>
            <a:stCxn id="364" idx="0"/>
            <a:endCxn id="307" idx="2"/>
          </p:cNvCxnSpPr>
          <p:nvPr/>
        </p:nvCxnSpPr>
        <p:spPr>
          <a:xfrm flipV="1" rot="16200000">
            <a:off x="5029200" y="-343440"/>
            <a:ext cx="2972880" cy="4572360"/>
          </a:xfrm>
          <a:prstGeom prst="curvedConnector3">
            <a:avLst>
              <a:gd name="adj1" fmla="val 24984"/>
            </a:avLst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367" name=""/>
          <p:cNvSpPr/>
          <p:nvPr/>
        </p:nvSpPr>
        <p:spPr>
          <a:xfrm>
            <a:off x="6400800" y="4115160"/>
            <a:ext cx="91404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Reservation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68" name=""/>
          <p:cNvCxnSpPr>
            <a:stCxn id="341" idx="3"/>
            <a:endCxn id="367" idx="1"/>
          </p:cNvCxnSpPr>
          <p:nvPr/>
        </p:nvCxnSpPr>
        <p:spPr>
          <a:xfrm flipV="1">
            <a:off x="5714280" y="4229280"/>
            <a:ext cx="686880" cy="5400"/>
          </a:xfrm>
          <a:prstGeom prst="bentConnector3">
            <a:avLst>
              <a:gd name="adj1" fmla="val 50078"/>
            </a:avLst>
          </a:prstGeom>
          <a:ln w="29160">
            <a:solidFill>
              <a:srgbClr val="000000"/>
            </a:solidFill>
            <a:round/>
          </a:ln>
        </p:spPr>
      </p:cxnSp>
      <p:sp>
        <p:nvSpPr>
          <p:cNvPr id="369" name=""/>
          <p:cNvSpPr/>
          <p:nvPr/>
        </p:nvSpPr>
        <p:spPr>
          <a:xfrm>
            <a:off x="5943600" y="2743560"/>
            <a:ext cx="1599840" cy="22788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Maintainance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70" name=""/>
          <p:cNvCxnSpPr>
            <a:stCxn id="333" idx="3"/>
            <a:endCxn id="369" idx="2"/>
          </p:cNvCxnSpPr>
          <p:nvPr/>
        </p:nvCxnSpPr>
        <p:spPr>
          <a:xfrm flipV="1">
            <a:off x="4114080" y="2971440"/>
            <a:ext cx="2629800" cy="1257840"/>
          </a:xfrm>
          <a:prstGeom prst="straightConnector1">
            <a:avLst/>
          </a:prstGeom>
          <a:ln w="3816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371" name=""/>
          <p:cNvCxnSpPr>
            <a:stCxn id="312" idx="3"/>
            <a:endCxn id="369" idx="1"/>
          </p:cNvCxnSpPr>
          <p:nvPr/>
        </p:nvCxnSpPr>
        <p:spPr>
          <a:xfrm>
            <a:off x="3656880" y="1828800"/>
            <a:ext cx="2287080" cy="1029240"/>
          </a:xfrm>
          <a:prstGeom prst="curvedConnector3">
            <a:avLst>
              <a:gd name="adj1" fmla="val 100015"/>
            </a:avLst>
          </a:prstGeom>
          <a:ln w="3816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372" name=""/>
          <p:cNvSpPr/>
          <p:nvPr/>
        </p:nvSpPr>
        <p:spPr>
          <a:xfrm>
            <a:off x="6743880" y="3657600"/>
            <a:ext cx="913680" cy="4568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Can make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73" name=""/>
          <p:cNvCxnSpPr>
            <a:stCxn id="307" idx="3"/>
            <a:endCxn id="372" idx="1"/>
          </p:cNvCxnSpPr>
          <p:nvPr/>
        </p:nvCxnSpPr>
        <p:spPr>
          <a:xfrm>
            <a:off x="4571640" y="342720"/>
            <a:ext cx="2172600" cy="3543840"/>
          </a:xfrm>
          <a:prstGeom prst="curvedConnector3">
            <a:avLst>
              <a:gd name="adj1" fmla="val 50016"/>
            </a:avLst>
          </a:prstGeom>
          <a:ln w="6480">
            <a:solidFill>
              <a:srgbClr val="000000"/>
            </a:solidFill>
            <a:round/>
          </a:ln>
        </p:spPr>
      </p:cxnSp>
      <p:cxnSp>
        <p:nvCxnSpPr>
          <p:cNvPr id="374" name=""/>
          <p:cNvCxnSpPr>
            <a:stCxn id="372" idx="3"/>
            <a:endCxn id="367" idx="3"/>
          </p:cNvCxnSpPr>
          <p:nvPr/>
        </p:nvCxnSpPr>
        <p:spPr>
          <a:xfrm flipH="1">
            <a:off x="7314840" y="3886200"/>
            <a:ext cx="343080" cy="343440"/>
          </a:xfrm>
          <a:prstGeom prst="bentConnector3">
            <a:avLst>
              <a:gd name="adj1" fmla="val -52836"/>
            </a:avLst>
          </a:prstGeom>
          <a:ln w="29160">
            <a:solidFill>
              <a:srgbClr val="000000"/>
            </a:solidFill>
            <a:round/>
            <a:headEnd len="med" type="triangle" w="med"/>
          </a:ln>
        </p:spPr>
      </p:cxnSp>
      <p:sp>
        <p:nvSpPr>
          <p:cNvPr id="375" name=""/>
          <p:cNvSpPr/>
          <p:nvPr/>
        </p:nvSpPr>
        <p:spPr>
          <a:xfrm>
            <a:off x="6172200" y="3200400"/>
            <a:ext cx="1371240" cy="2282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Approves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76" name=""/>
          <p:cNvCxnSpPr>
            <a:stCxn id="307" idx="2"/>
            <a:endCxn id="375" idx="1"/>
          </p:cNvCxnSpPr>
          <p:nvPr/>
        </p:nvCxnSpPr>
        <p:spPr>
          <a:xfrm flipH="1" rot="16200000">
            <a:off x="3771720" y="913680"/>
            <a:ext cx="2858400" cy="1943280"/>
          </a:xfrm>
          <a:prstGeom prst="curvedConnector2">
            <a:avLst/>
          </a:prstGeom>
          <a:ln w="6480">
            <a:solidFill>
              <a:srgbClr val="000000"/>
            </a:solidFill>
            <a:round/>
          </a:ln>
        </p:spPr>
      </p:cxnSp>
      <p:cxnSp>
        <p:nvCxnSpPr>
          <p:cNvPr id="377" name=""/>
          <p:cNvCxnSpPr>
            <a:stCxn id="375" idx="3"/>
          </p:cNvCxnSpPr>
          <p:nvPr/>
        </p:nvCxnSpPr>
        <p:spPr>
          <a:xfrm flipH="1">
            <a:off x="7315200" y="3314520"/>
            <a:ext cx="228600" cy="915480"/>
          </a:xfrm>
          <a:prstGeom prst="bentConnector3">
            <a:avLst>
              <a:gd name="adj1" fmla="val -79337"/>
            </a:avLst>
          </a:prstGeom>
          <a:ln w="29160">
            <a:solidFill>
              <a:srgbClr val="000000"/>
            </a:solidFill>
            <a:round/>
            <a:head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"/>
          <p:cNvSpPr/>
          <p:nvPr/>
        </p:nvSpPr>
        <p:spPr>
          <a:xfrm>
            <a:off x="3886560" y="228600"/>
            <a:ext cx="6850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Person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"/>
          <p:cNvSpPr/>
          <p:nvPr/>
        </p:nvSpPr>
        <p:spPr>
          <a:xfrm>
            <a:off x="2763000" y="1143000"/>
            <a:ext cx="685080" cy="22788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Isa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80" name=""/>
          <p:cNvCxnSpPr>
            <a:stCxn id="378" idx="1"/>
            <a:endCxn id="379" idx="0"/>
          </p:cNvCxnSpPr>
          <p:nvPr/>
        </p:nvCxnSpPr>
        <p:spPr>
          <a:xfrm flipH="1">
            <a:off x="3105720" y="342720"/>
            <a:ext cx="781200" cy="80064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381" name=""/>
          <p:cNvSpPr/>
          <p:nvPr/>
        </p:nvSpPr>
        <p:spPr>
          <a:xfrm>
            <a:off x="1848600" y="1828800"/>
            <a:ext cx="6850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Student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82" name=""/>
          <p:cNvCxnSpPr>
            <a:stCxn id="381" idx="0"/>
            <a:endCxn id="379" idx="2"/>
          </p:cNvCxnSpPr>
          <p:nvPr/>
        </p:nvCxnSpPr>
        <p:spPr>
          <a:xfrm flipV="1">
            <a:off x="2191320" y="1370880"/>
            <a:ext cx="57204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383" name=""/>
          <p:cNvSpPr/>
          <p:nvPr/>
        </p:nvSpPr>
        <p:spPr>
          <a:xfrm>
            <a:off x="2971800" y="1714680"/>
            <a:ext cx="6850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Employe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84" name=""/>
          <p:cNvCxnSpPr>
            <a:stCxn id="383" idx="0"/>
            <a:endCxn id="379" idx="4"/>
          </p:cNvCxnSpPr>
          <p:nvPr/>
        </p:nvCxnSpPr>
        <p:spPr>
          <a:xfrm flipV="1">
            <a:off x="3314520" y="1370880"/>
            <a:ext cx="133920" cy="34416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385" name=""/>
          <p:cNvSpPr/>
          <p:nvPr/>
        </p:nvSpPr>
        <p:spPr>
          <a:xfrm>
            <a:off x="457200" y="2514600"/>
            <a:ext cx="1370880" cy="45648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Supervised_By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"/>
          <p:cNvSpPr/>
          <p:nvPr/>
        </p:nvSpPr>
        <p:spPr>
          <a:xfrm>
            <a:off x="3200400" y="2514600"/>
            <a:ext cx="685080" cy="22788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Isa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87" name=""/>
          <p:cNvCxnSpPr>
            <a:stCxn id="383" idx="2"/>
            <a:endCxn id="386" idx="0"/>
          </p:cNvCxnSpPr>
          <p:nvPr/>
        </p:nvCxnSpPr>
        <p:spPr>
          <a:xfrm>
            <a:off x="3314520" y="1942560"/>
            <a:ext cx="228960" cy="57240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388" name=""/>
          <p:cNvSpPr/>
          <p:nvPr/>
        </p:nvSpPr>
        <p:spPr>
          <a:xfrm>
            <a:off x="2991600" y="3200400"/>
            <a:ext cx="9136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Academic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89" name=""/>
          <p:cNvCxnSpPr>
            <a:stCxn id="388" idx="0"/>
            <a:endCxn id="386" idx="2"/>
          </p:cNvCxnSpPr>
          <p:nvPr/>
        </p:nvCxnSpPr>
        <p:spPr>
          <a:xfrm flipH="1" flipV="1">
            <a:off x="3200400" y="2742480"/>
            <a:ext cx="24840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390" name=""/>
          <p:cNvSpPr/>
          <p:nvPr/>
        </p:nvSpPr>
        <p:spPr>
          <a:xfrm>
            <a:off x="4343400" y="3200400"/>
            <a:ext cx="11422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Non Academic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91" name=""/>
          <p:cNvCxnSpPr>
            <a:stCxn id="390" idx="0"/>
            <a:endCxn id="386" idx="4"/>
          </p:cNvCxnSpPr>
          <p:nvPr/>
        </p:nvCxnSpPr>
        <p:spPr>
          <a:xfrm flipH="1" flipV="1">
            <a:off x="3885480" y="2742480"/>
            <a:ext cx="102960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392" name=""/>
          <p:cNvCxnSpPr>
            <a:stCxn id="385" idx="0"/>
            <a:endCxn id="381" idx="2"/>
          </p:cNvCxnSpPr>
          <p:nvPr/>
        </p:nvCxnSpPr>
        <p:spPr>
          <a:xfrm flipV="1">
            <a:off x="1142640" y="2056680"/>
            <a:ext cx="1049040" cy="45828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cxnSp>
        <p:nvCxnSpPr>
          <p:cNvPr id="393" name=""/>
          <p:cNvCxnSpPr>
            <a:stCxn id="385" idx="2"/>
            <a:endCxn id="388" idx="1"/>
          </p:cNvCxnSpPr>
          <p:nvPr/>
        </p:nvCxnSpPr>
        <p:spPr>
          <a:xfrm>
            <a:off x="1142640" y="2971080"/>
            <a:ext cx="1849320" cy="34380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sp>
        <p:nvSpPr>
          <p:cNvPr id="394" name=""/>
          <p:cNvSpPr/>
          <p:nvPr/>
        </p:nvSpPr>
        <p:spPr>
          <a:xfrm>
            <a:off x="4095360" y="2457360"/>
            <a:ext cx="1142280" cy="28512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Reports_To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95" name=""/>
          <p:cNvCxnSpPr>
            <a:stCxn id="383" idx="3"/>
            <a:endCxn id="394" idx="1"/>
          </p:cNvCxnSpPr>
          <p:nvPr/>
        </p:nvCxnSpPr>
        <p:spPr>
          <a:xfrm>
            <a:off x="3656880" y="1828800"/>
            <a:ext cx="438840" cy="771480"/>
          </a:xfrm>
          <a:prstGeom prst="straightConnector1">
            <a:avLst/>
          </a:prstGeom>
          <a:ln w="3816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396" name=""/>
          <p:cNvCxnSpPr>
            <a:stCxn id="394" idx="2"/>
            <a:endCxn id="394" idx="3"/>
          </p:cNvCxnSpPr>
          <p:nvPr/>
        </p:nvCxnSpPr>
        <p:spPr>
          <a:xfrm flipH="1" flipV="1" rot="5400000">
            <a:off x="4880880" y="2385720"/>
            <a:ext cx="142920" cy="571320"/>
          </a:xfrm>
          <a:prstGeom prst="curvedConnector4">
            <a:avLst>
              <a:gd name="adj1" fmla="val -153787"/>
              <a:gd name="adj2" fmla="val 136885"/>
            </a:avLst>
          </a:prstGeom>
          <a:ln w="38160">
            <a:solidFill>
              <a:srgbClr val="000000"/>
            </a:solidFill>
            <a:round/>
            <a:headEnd len="med" type="triangle" w="med"/>
            <a:tailEnd len="med" type="triangle" w="med"/>
          </a:ln>
        </p:spPr>
      </p:cxnSp>
      <p:sp>
        <p:nvSpPr>
          <p:cNvPr id="397" name=""/>
          <p:cNvSpPr/>
          <p:nvPr/>
        </p:nvSpPr>
        <p:spPr>
          <a:xfrm>
            <a:off x="457200" y="4354560"/>
            <a:ext cx="914040" cy="217080"/>
          </a:xfrm>
          <a:prstGeom prst="rect">
            <a:avLst/>
          </a:prstGeom>
          <a:solidFill>
            <a:srgbClr val="FFFFFF"/>
          </a:solidFill>
          <a:ln w="25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3520" tIns="38520" rIns="83520" bIns="38520" anchor="ctr" anchorCtr="1">
            <a:noAutofit/>
          </a:bodyPr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Laboratory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98" name=""/>
          <p:cNvCxnSpPr>
            <a:stCxn id="397" idx="0"/>
            <a:endCxn id="385" idx="2"/>
          </p:cNvCxnSpPr>
          <p:nvPr/>
        </p:nvCxnSpPr>
        <p:spPr>
          <a:xfrm flipV="1">
            <a:off x="914400" y="2971080"/>
            <a:ext cx="228600" cy="138384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sp>
        <p:nvSpPr>
          <p:cNvPr id="399" name=""/>
          <p:cNvSpPr/>
          <p:nvPr/>
        </p:nvSpPr>
        <p:spPr>
          <a:xfrm>
            <a:off x="1371600" y="3429000"/>
            <a:ext cx="1370880" cy="45648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Attached_to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00" name=""/>
          <p:cNvCxnSpPr>
            <a:stCxn id="397" idx="0"/>
            <a:endCxn id="399" idx="2"/>
          </p:cNvCxnSpPr>
          <p:nvPr/>
        </p:nvCxnSpPr>
        <p:spPr>
          <a:xfrm flipV="1">
            <a:off x="914400" y="3885480"/>
            <a:ext cx="1143000" cy="46944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cxnSp>
        <p:nvCxnSpPr>
          <p:cNvPr id="401" name=""/>
          <p:cNvCxnSpPr>
            <a:stCxn id="378" idx="2"/>
            <a:endCxn id="399" idx="0"/>
          </p:cNvCxnSpPr>
          <p:nvPr/>
        </p:nvCxnSpPr>
        <p:spPr>
          <a:xfrm rot="5400000">
            <a:off x="1656720" y="856440"/>
            <a:ext cx="2972880" cy="2172600"/>
          </a:xfrm>
          <a:prstGeom prst="curvedConnector3">
            <a:avLst>
              <a:gd name="adj1" fmla="val 26946"/>
            </a:avLst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402" name=""/>
          <p:cNvSpPr/>
          <p:nvPr/>
        </p:nvSpPr>
        <p:spPr>
          <a:xfrm>
            <a:off x="1828800" y="4354560"/>
            <a:ext cx="9136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Host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03" name=""/>
          <p:cNvCxnSpPr>
            <a:stCxn id="397" idx="3"/>
            <a:endCxn id="402" idx="1"/>
          </p:cNvCxnSpPr>
          <p:nvPr/>
        </p:nvCxnSpPr>
        <p:spPr>
          <a:xfrm>
            <a:off x="1371240" y="4463280"/>
            <a:ext cx="457920" cy="11160"/>
          </a:xfrm>
          <a:prstGeom prst="straightConnector1">
            <a:avLst/>
          </a:prstGeom>
          <a:ln w="6480">
            <a:solidFill>
              <a:srgbClr val="000000"/>
            </a:solidFill>
            <a:round/>
          </a:ln>
        </p:spPr>
      </p:cxnSp>
      <p:sp>
        <p:nvSpPr>
          <p:cNvPr id="404" name=""/>
          <p:cNvSpPr/>
          <p:nvPr/>
        </p:nvSpPr>
        <p:spPr>
          <a:xfrm>
            <a:off x="3200400" y="4114800"/>
            <a:ext cx="9136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Equipement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05" name=""/>
          <p:cNvCxnSpPr>
            <a:stCxn id="402" idx="3"/>
            <a:endCxn id="404" idx="1"/>
          </p:cNvCxnSpPr>
          <p:nvPr/>
        </p:nvCxnSpPr>
        <p:spPr>
          <a:xfrm flipV="1">
            <a:off x="2742480" y="4228920"/>
            <a:ext cx="458280" cy="245520"/>
          </a:xfrm>
          <a:prstGeom prst="straightConnector1">
            <a:avLst/>
          </a:prstGeom>
          <a:ln w="6480">
            <a:solidFill>
              <a:srgbClr val="000000"/>
            </a:solidFill>
            <a:round/>
          </a:ln>
        </p:spPr>
      </p:cxnSp>
      <p:sp>
        <p:nvSpPr>
          <p:cNvPr id="406" name=""/>
          <p:cNvSpPr/>
          <p:nvPr/>
        </p:nvSpPr>
        <p:spPr>
          <a:xfrm>
            <a:off x="3429000" y="4572000"/>
            <a:ext cx="685080" cy="22788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Isa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07" name=""/>
          <p:cNvCxnSpPr>
            <a:stCxn id="404" idx="2"/>
            <a:endCxn id="406" idx="0"/>
          </p:cNvCxnSpPr>
          <p:nvPr/>
        </p:nvCxnSpPr>
        <p:spPr>
          <a:xfrm>
            <a:off x="3657240" y="4342680"/>
            <a:ext cx="114840" cy="2296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408" name=""/>
          <p:cNvSpPr/>
          <p:nvPr/>
        </p:nvSpPr>
        <p:spPr>
          <a:xfrm>
            <a:off x="2743200" y="5029200"/>
            <a:ext cx="9136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Portable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09" name=""/>
          <p:cNvCxnSpPr>
            <a:stCxn id="408" idx="0"/>
            <a:endCxn id="406" idx="3"/>
          </p:cNvCxnSpPr>
          <p:nvPr/>
        </p:nvCxnSpPr>
        <p:spPr>
          <a:xfrm flipV="1">
            <a:off x="3200040" y="4799880"/>
            <a:ext cx="572040" cy="2296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410" name=""/>
          <p:cNvSpPr/>
          <p:nvPr/>
        </p:nvSpPr>
        <p:spPr>
          <a:xfrm>
            <a:off x="3886200" y="5029200"/>
            <a:ext cx="9136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Fixed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11" name=""/>
          <p:cNvCxnSpPr>
            <a:stCxn id="410" idx="0"/>
          </p:cNvCxnSpPr>
          <p:nvPr/>
        </p:nvCxnSpPr>
        <p:spPr>
          <a:xfrm flipH="1" flipV="1">
            <a:off x="3772080" y="4800600"/>
            <a:ext cx="571320" cy="22896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412" name=""/>
          <p:cNvSpPr/>
          <p:nvPr/>
        </p:nvSpPr>
        <p:spPr>
          <a:xfrm>
            <a:off x="4800600" y="4114800"/>
            <a:ext cx="9136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Use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13" name=""/>
          <p:cNvCxnSpPr>
            <a:stCxn id="404" idx="3"/>
            <a:endCxn id="412" idx="1"/>
          </p:cNvCxnSpPr>
          <p:nvPr/>
        </p:nvCxnSpPr>
        <p:spPr>
          <a:xfrm>
            <a:off x="4114080" y="4228920"/>
            <a:ext cx="686880" cy="5760"/>
          </a:xfrm>
          <a:prstGeom prst="straightConnector1">
            <a:avLst/>
          </a:prstGeom>
          <a:ln w="100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414" name=""/>
          <p:cNvCxnSpPr>
            <a:stCxn id="378" idx="2"/>
            <a:endCxn id="412" idx="0"/>
          </p:cNvCxnSpPr>
          <p:nvPr/>
        </p:nvCxnSpPr>
        <p:spPr>
          <a:xfrm flipH="1" rot="16200000">
            <a:off x="2914200" y="1771560"/>
            <a:ext cx="3658680" cy="1028520"/>
          </a:xfrm>
          <a:prstGeom prst="curvedConnector3">
            <a:avLst>
              <a:gd name="adj1" fmla="val 91970"/>
            </a:avLst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415" name=""/>
          <p:cNvSpPr/>
          <p:nvPr/>
        </p:nvSpPr>
        <p:spPr>
          <a:xfrm>
            <a:off x="4572000" y="4560840"/>
            <a:ext cx="15994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Correspond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16" name=""/>
          <p:cNvCxnSpPr>
            <a:stCxn id="404" idx="3"/>
            <a:endCxn id="415" idx="1"/>
          </p:cNvCxnSpPr>
          <p:nvPr/>
        </p:nvCxnSpPr>
        <p:spPr>
          <a:xfrm>
            <a:off x="4114080" y="4228920"/>
            <a:ext cx="458280" cy="451800"/>
          </a:xfrm>
          <a:prstGeom prst="straightConnector1">
            <a:avLst/>
          </a:prstGeom>
          <a:ln w="100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417" name=""/>
          <p:cNvSpPr/>
          <p:nvPr/>
        </p:nvSpPr>
        <p:spPr>
          <a:xfrm>
            <a:off x="6629400" y="4800600"/>
            <a:ext cx="913680" cy="4564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Equipement Model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18" name=""/>
          <p:cNvCxnSpPr>
            <a:stCxn id="415" idx="3"/>
            <a:endCxn id="417" idx="1"/>
          </p:cNvCxnSpPr>
          <p:nvPr/>
        </p:nvCxnSpPr>
        <p:spPr>
          <a:xfrm>
            <a:off x="6171480" y="4680360"/>
            <a:ext cx="458280" cy="34884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419" name=""/>
          <p:cNvSpPr/>
          <p:nvPr/>
        </p:nvSpPr>
        <p:spPr>
          <a:xfrm>
            <a:off x="6858000" y="1143000"/>
            <a:ext cx="6850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Projects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"/>
          <p:cNvSpPr/>
          <p:nvPr/>
        </p:nvSpPr>
        <p:spPr>
          <a:xfrm>
            <a:off x="4800600" y="903240"/>
            <a:ext cx="13708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Contribut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21" name=""/>
          <p:cNvCxnSpPr>
            <a:stCxn id="419" idx="1"/>
            <a:endCxn id="420" idx="3"/>
          </p:cNvCxnSpPr>
          <p:nvPr/>
        </p:nvCxnSpPr>
        <p:spPr>
          <a:xfrm flipH="1" flipV="1">
            <a:off x="6171480" y="1022760"/>
            <a:ext cx="686880" cy="23472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cxnSp>
        <p:nvCxnSpPr>
          <p:cNvPr id="422" name=""/>
          <p:cNvCxnSpPr>
            <a:stCxn id="420" idx="1"/>
            <a:endCxn id="378" idx="3"/>
          </p:cNvCxnSpPr>
          <p:nvPr/>
        </p:nvCxnSpPr>
        <p:spPr>
          <a:xfrm flipH="1" flipV="1">
            <a:off x="4571640" y="342720"/>
            <a:ext cx="229320" cy="68040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423" name=""/>
          <p:cNvSpPr/>
          <p:nvPr/>
        </p:nvSpPr>
        <p:spPr>
          <a:xfrm>
            <a:off x="5029200" y="1469160"/>
            <a:ext cx="13708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Funds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24" name=""/>
          <p:cNvCxnSpPr>
            <a:stCxn id="419" idx="1"/>
            <a:endCxn id="423" idx="3"/>
          </p:cNvCxnSpPr>
          <p:nvPr/>
        </p:nvCxnSpPr>
        <p:spPr>
          <a:xfrm flipH="1">
            <a:off x="6400080" y="1257120"/>
            <a:ext cx="458280" cy="33192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cxnSp>
        <p:nvCxnSpPr>
          <p:cNvPr id="425" name=""/>
          <p:cNvCxnSpPr>
            <a:stCxn id="423" idx="1"/>
            <a:endCxn id="378" idx="2"/>
          </p:cNvCxnSpPr>
          <p:nvPr/>
        </p:nvCxnSpPr>
        <p:spPr>
          <a:xfrm flipH="1" flipV="1">
            <a:off x="4229280" y="456480"/>
            <a:ext cx="800280" cy="1132560"/>
          </a:xfrm>
          <a:prstGeom prst="straightConnector1">
            <a:avLst/>
          </a:prstGeom>
          <a:ln w="3816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426" name=""/>
          <p:cNvSpPr/>
          <p:nvPr/>
        </p:nvSpPr>
        <p:spPr>
          <a:xfrm>
            <a:off x="5486400" y="2286360"/>
            <a:ext cx="68544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Budget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27" name=""/>
          <p:cNvCxnSpPr>
            <a:stCxn id="426" idx="0"/>
            <a:endCxn id="423" idx="2"/>
          </p:cNvCxnSpPr>
          <p:nvPr/>
        </p:nvCxnSpPr>
        <p:spPr>
          <a:xfrm flipH="1" flipV="1">
            <a:off x="5714640" y="1708200"/>
            <a:ext cx="114840" cy="578520"/>
          </a:xfrm>
          <a:prstGeom prst="straightConnector1">
            <a:avLst/>
          </a:prstGeom>
          <a:ln w="6480">
            <a:solidFill>
              <a:srgbClr val="000000"/>
            </a:solidFill>
            <a:round/>
          </a:ln>
        </p:spPr>
      </p:cxnSp>
      <p:sp>
        <p:nvSpPr>
          <p:cNvPr id="428" name=""/>
          <p:cNvSpPr/>
          <p:nvPr/>
        </p:nvSpPr>
        <p:spPr>
          <a:xfrm>
            <a:off x="5257800" y="3646800"/>
            <a:ext cx="13708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Manages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29" name=""/>
          <p:cNvCxnSpPr>
            <a:stCxn id="426" idx="2"/>
            <a:endCxn id="428" idx="0"/>
          </p:cNvCxnSpPr>
          <p:nvPr/>
        </p:nvCxnSpPr>
        <p:spPr>
          <a:xfrm>
            <a:off x="5829120" y="2514240"/>
            <a:ext cx="114480" cy="113292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430" name=""/>
          <p:cNvCxnSpPr>
            <a:stCxn id="428" idx="1"/>
            <a:endCxn id="388" idx="2"/>
          </p:cNvCxnSpPr>
          <p:nvPr/>
        </p:nvCxnSpPr>
        <p:spPr>
          <a:xfrm rot="10800000">
            <a:off x="3448440" y="3427920"/>
            <a:ext cx="1809720" cy="338400"/>
          </a:xfrm>
          <a:prstGeom prst="curvedConnector2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431" name=""/>
          <p:cNvSpPr/>
          <p:nvPr/>
        </p:nvSpPr>
        <p:spPr>
          <a:xfrm>
            <a:off x="7772400" y="4561200"/>
            <a:ext cx="15994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Requires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32" name=""/>
          <p:cNvCxnSpPr>
            <a:stCxn id="431" idx="3"/>
            <a:endCxn id="417" idx="3"/>
          </p:cNvCxnSpPr>
          <p:nvPr/>
        </p:nvCxnSpPr>
        <p:spPr>
          <a:xfrm flipH="1">
            <a:off x="7543080" y="4680720"/>
            <a:ext cx="1829160" cy="348480"/>
          </a:xfrm>
          <a:prstGeom prst="straightConnector1">
            <a:avLst/>
          </a:prstGeom>
          <a:ln w="6480">
            <a:solidFill>
              <a:srgbClr val="000000"/>
            </a:solidFill>
            <a:round/>
          </a:ln>
        </p:spPr>
      </p:cxnSp>
      <p:sp>
        <p:nvSpPr>
          <p:cNvPr id="433" name=""/>
          <p:cNvSpPr/>
          <p:nvPr/>
        </p:nvSpPr>
        <p:spPr>
          <a:xfrm>
            <a:off x="8001360" y="3886200"/>
            <a:ext cx="9136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Certifications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34" name=""/>
          <p:cNvCxnSpPr>
            <a:stCxn id="433" idx="2"/>
            <a:endCxn id="431" idx="0"/>
          </p:cNvCxnSpPr>
          <p:nvPr/>
        </p:nvCxnSpPr>
        <p:spPr>
          <a:xfrm>
            <a:off x="8458200" y="4114080"/>
            <a:ext cx="114480" cy="4474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435" name=""/>
          <p:cNvSpPr/>
          <p:nvPr/>
        </p:nvSpPr>
        <p:spPr>
          <a:xfrm>
            <a:off x="8001360" y="3429000"/>
            <a:ext cx="15994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Holds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36" name=""/>
          <p:cNvCxnSpPr>
            <a:stCxn id="433" idx="0"/>
            <a:endCxn id="435" idx="2"/>
          </p:cNvCxnSpPr>
          <p:nvPr/>
        </p:nvCxnSpPr>
        <p:spPr>
          <a:xfrm flipV="1">
            <a:off x="8458200" y="3668040"/>
            <a:ext cx="343440" cy="21852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437" name=""/>
          <p:cNvCxnSpPr>
            <a:stCxn id="435" idx="0"/>
            <a:endCxn id="378" idx="2"/>
          </p:cNvCxnSpPr>
          <p:nvPr/>
        </p:nvCxnSpPr>
        <p:spPr>
          <a:xfrm flipV="1" rot="16200000">
            <a:off x="5029200" y="-343440"/>
            <a:ext cx="2972880" cy="4572360"/>
          </a:xfrm>
          <a:prstGeom prst="curvedConnector3">
            <a:avLst>
              <a:gd name="adj1" fmla="val 24984"/>
            </a:avLst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438" name=""/>
          <p:cNvSpPr/>
          <p:nvPr/>
        </p:nvSpPr>
        <p:spPr>
          <a:xfrm>
            <a:off x="6400800" y="4115160"/>
            <a:ext cx="91404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Reservation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39" name=""/>
          <p:cNvCxnSpPr>
            <a:stCxn id="412" idx="3"/>
            <a:endCxn id="438" idx="1"/>
          </p:cNvCxnSpPr>
          <p:nvPr/>
        </p:nvCxnSpPr>
        <p:spPr>
          <a:xfrm flipV="1">
            <a:off x="5714280" y="4229280"/>
            <a:ext cx="686880" cy="5400"/>
          </a:xfrm>
          <a:prstGeom prst="bentConnector3">
            <a:avLst>
              <a:gd name="adj1" fmla="val 50078"/>
            </a:avLst>
          </a:prstGeom>
          <a:ln w="29160">
            <a:solidFill>
              <a:srgbClr val="000000"/>
            </a:solidFill>
            <a:round/>
          </a:ln>
        </p:spPr>
      </p:cxnSp>
      <p:sp>
        <p:nvSpPr>
          <p:cNvPr id="440" name=""/>
          <p:cNvSpPr/>
          <p:nvPr/>
        </p:nvSpPr>
        <p:spPr>
          <a:xfrm>
            <a:off x="5943600" y="2743560"/>
            <a:ext cx="1599840" cy="22788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Maintainance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41" name=""/>
          <p:cNvCxnSpPr>
            <a:stCxn id="404" idx="3"/>
            <a:endCxn id="440" idx="2"/>
          </p:cNvCxnSpPr>
          <p:nvPr/>
        </p:nvCxnSpPr>
        <p:spPr>
          <a:xfrm flipV="1">
            <a:off x="4114080" y="2971440"/>
            <a:ext cx="2629800" cy="1257840"/>
          </a:xfrm>
          <a:prstGeom prst="straightConnector1">
            <a:avLst/>
          </a:prstGeom>
          <a:ln w="3816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442" name=""/>
          <p:cNvCxnSpPr>
            <a:stCxn id="383" idx="3"/>
            <a:endCxn id="440" idx="1"/>
          </p:cNvCxnSpPr>
          <p:nvPr/>
        </p:nvCxnSpPr>
        <p:spPr>
          <a:xfrm>
            <a:off x="3656880" y="1828800"/>
            <a:ext cx="2287080" cy="1029240"/>
          </a:xfrm>
          <a:prstGeom prst="curvedConnector3">
            <a:avLst>
              <a:gd name="adj1" fmla="val 100015"/>
            </a:avLst>
          </a:prstGeom>
          <a:ln w="3816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443" name=""/>
          <p:cNvSpPr/>
          <p:nvPr/>
        </p:nvSpPr>
        <p:spPr>
          <a:xfrm>
            <a:off x="6743880" y="3657600"/>
            <a:ext cx="913680" cy="4568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Can make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44" name=""/>
          <p:cNvCxnSpPr>
            <a:stCxn id="378" idx="3"/>
            <a:endCxn id="443" idx="1"/>
          </p:cNvCxnSpPr>
          <p:nvPr/>
        </p:nvCxnSpPr>
        <p:spPr>
          <a:xfrm>
            <a:off x="4571640" y="342720"/>
            <a:ext cx="2172600" cy="3543840"/>
          </a:xfrm>
          <a:prstGeom prst="curvedConnector3">
            <a:avLst>
              <a:gd name="adj1" fmla="val 50016"/>
            </a:avLst>
          </a:prstGeom>
          <a:ln w="6480">
            <a:solidFill>
              <a:srgbClr val="000000"/>
            </a:solidFill>
            <a:round/>
          </a:ln>
        </p:spPr>
      </p:cxnSp>
      <p:cxnSp>
        <p:nvCxnSpPr>
          <p:cNvPr id="445" name=""/>
          <p:cNvCxnSpPr>
            <a:stCxn id="443" idx="3"/>
            <a:endCxn id="438" idx="3"/>
          </p:cNvCxnSpPr>
          <p:nvPr/>
        </p:nvCxnSpPr>
        <p:spPr>
          <a:xfrm flipH="1">
            <a:off x="7314840" y="3886200"/>
            <a:ext cx="343080" cy="343440"/>
          </a:xfrm>
          <a:prstGeom prst="bentConnector3">
            <a:avLst>
              <a:gd name="adj1" fmla="val -52836"/>
            </a:avLst>
          </a:prstGeom>
          <a:ln w="29160">
            <a:solidFill>
              <a:srgbClr val="000000"/>
            </a:solidFill>
            <a:round/>
            <a:headEnd len="med" type="triangle" w="med"/>
          </a:ln>
        </p:spPr>
      </p:cxnSp>
      <p:sp>
        <p:nvSpPr>
          <p:cNvPr id="446" name=""/>
          <p:cNvSpPr/>
          <p:nvPr/>
        </p:nvSpPr>
        <p:spPr>
          <a:xfrm>
            <a:off x="6172200" y="3200400"/>
            <a:ext cx="1371240" cy="2282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Approves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47" name=""/>
          <p:cNvCxnSpPr>
            <a:stCxn id="378" idx="2"/>
            <a:endCxn id="446" idx="1"/>
          </p:cNvCxnSpPr>
          <p:nvPr/>
        </p:nvCxnSpPr>
        <p:spPr>
          <a:xfrm flipH="1" rot="16200000">
            <a:off x="3771720" y="913680"/>
            <a:ext cx="2858400" cy="1943280"/>
          </a:xfrm>
          <a:prstGeom prst="curvedConnector2">
            <a:avLst/>
          </a:prstGeom>
          <a:ln w="6480">
            <a:solidFill>
              <a:srgbClr val="000000"/>
            </a:solidFill>
            <a:round/>
          </a:ln>
        </p:spPr>
      </p:cxnSp>
      <p:cxnSp>
        <p:nvCxnSpPr>
          <p:cNvPr id="448" name=""/>
          <p:cNvCxnSpPr>
            <a:stCxn id="446" idx="3"/>
          </p:cNvCxnSpPr>
          <p:nvPr/>
        </p:nvCxnSpPr>
        <p:spPr>
          <a:xfrm flipH="1">
            <a:off x="7315200" y="3314520"/>
            <a:ext cx="228600" cy="915480"/>
          </a:xfrm>
          <a:prstGeom prst="bentConnector3">
            <a:avLst>
              <a:gd name="adj1" fmla="val -79337"/>
            </a:avLst>
          </a:prstGeom>
          <a:ln w="29160">
            <a:solidFill>
              <a:srgbClr val="000000"/>
            </a:solidFill>
            <a:round/>
            <a:head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"/>
          <p:cNvSpPr/>
          <p:nvPr/>
        </p:nvSpPr>
        <p:spPr>
          <a:xfrm>
            <a:off x="3886560" y="228600"/>
            <a:ext cx="6850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Person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"/>
          <p:cNvSpPr/>
          <p:nvPr/>
        </p:nvSpPr>
        <p:spPr>
          <a:xfrm>
            <a:off x="2763000" y="1143000"/>
            <a:ext cx="685080" cy="22788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Isa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51" name=""/>
          <p:cNvCxnSpPr>
            <a:stCxn id="449" idx="1"/>
            <a:endCxn id="450" idx="0"/>
          </p:cNvCxnSpPr>
          <p:nvPr/>
        </p:nvCxnSpPr>
        <p:spPr>
          <a:xfrm flipH="1">
            <a:off x="3105720" y="342720"/>
            <a:ext cx="781200" cy="80064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452" name=""/>
          <p:cNvSpPr/>
          <p:nvPr/>
        </p:nvSpPr>
        <p:spPr>
          <a:xfrm>
            <a:off x="1848600" y="1828800"/>
            <a:ext cx="6850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Student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53" name=""/>
          <p:cNvCxnSpPr>
            <a:stCxn id="452" idx="0"/>
            <a:endCxn id="450" idx="2"/>
          </p:cNvCxnSpPr>
          <p:nvPr/>
        </p:nvCxnSpPr>
        <p:spPr>
          <a:xfrm flipV="1">
            <a:off x="2191320" y="1370880"/>
            <a:ext cx="57204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454" name=""/>
          <p:cNvSpPr/>
          <p:nvPr/>
        </p:nvSpPr>
        <p:spPr>
          <a:xfrm>
            <a:off x="2971800" y="1714680"/>
            <a:ext cx="6850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Employe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55" name=""/>
          <p:cNvCxnSpPr>
            <a:stCxn id="454" idx="0"/>
            <a:endCxn id="450" idx="4"/>
          </p:cNvCxnSpPr>
          <p:nvPr/>
        </p:nvCxnSpPr>
        <p:spPr>
          <a:xfrm flipV="1">
            <a:off x="3314520" y="1370880"/>
            <a:ext cx="133920" cy="34416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456" name=""/>
          <p:cNvSpPr/>
          <p:nvPr/>
        </p:nvSpPr>
        <p:spPr>
          <a:xfrm>
            <a:off x="457200" y="2514600"/>
            <a:ext cx="1370880" cy="45648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Supervised_By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"/>
          <p:cNvSpPr/>
          <p:nvPr/>
        </p:nvSpPr>
        <p:spPr>
          <a:xfrm>
            <a:off x="3200400" y="2514600"/>
            <a:ext cx="685080" cy="22788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Isa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58" name=""/>
          <p:cNvCxnSpPr>
            <a:stCxn id="454" idx="2"/>
            <a:endCxn id="457" idx="0"/>
          </p:cNvCxnSpPr>
          <p:nvPr/>
        </p:nvCxnSpPr>
        <p:spPr>
          <a:xfrm>
            <a:off x="3314520" y="1942560"/>
            <a:ext cx="228960" cy="57240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459" name=""/>
          <p:cNvSpPr/>
          <p:nvPr/>
        </p:nvSpPr>
        <p:spPr>
          <a:xfrm>
            <a:off x="2991600" y="3200400"/>
            <a:ext cx="9136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Academic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60" name=""/>
          <p:cNvCxnSpPr>
            <a:stCxn id="459" idx="0"/>
            <a:endCxn id="457" idx="2"/>
          </p:cNvCxnSpPr>
          <p:nvPr/>
        </p:nvCxnSpPr>
        <p:spPr>
          <a:xfrm flipH="1" flipV="1">
            <a:off x="3200400" y="2742480"/>
            <a:ext cx="24840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461" name=""/>
          <p:cNvSpPr/>
          <p:nvPr/>
        </p:nvSpPr>
        <p:spPr>
          <a:xfrm>
            <a:off x="4343400" y="3200400"/>
            <a:ext cx="11422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Non Academic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62" name=""/>
          <p:cNvCxnSpPr>
            <a:stCxn id="461" idx="0"/>
            <a:endCxn id="457" idx="4"/>
          </p:cNvCxnSpPr>
          <p:nvPr/>
        </p:nvCxnSpPr>
        <p:spPr>
          <a:xfrm flipH="1" flipV="1">
            <a:off x="3885480" y="2742480"/>
            <a:ext cx="102960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463" name=""/>
          <p:cNvCxnSpPr>
            <a:stCxn id="456" idx="0"/>
            <a:endCxn id="452" idx="2"/>
          </p:cNvCxnSpPr>
          <p:nvPr/>
        </p:nvCxnSpPr>
        <p:spPr>
          <a:xfrm flipV="1">
            <a:off x="1142640" y="2056680"/>
            <a:ext cx="1049040" cy="45828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cxnSp>
        <p:nvCxnSpPr>
          <p:cNvPr id="464" name=""/>
          <p:cNvCxnSpPr>
            <a:stCxn id="456" idx="2"/>
            <a:endCxn id="459" idx="1"/>
          </p:cNvCxnSpPr>
          <p:nvPr/>
        </p:nvCxnSpPr>
        <p:spPr>
          <a:xfrm>
            <a:off x="1142640" y="2971080"/>
            <a:ext cx="1849320" cy="34380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sp>
        <p:nvSpPr>
          <p:cNvPr id="465" name=""/>
          <p:cNvSpPr/>
          <p:nvPr/>
        </p:nvSpPr>
        <p:spPr>
          <a:xfrm>
            <a:off x="4095360" y="2457360"/>
            <a:ext cx="1142280" cy="28512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Reports_To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66" name=""/>
          <p:cNvCxnSpPr>
            <a:stCxn id="454" idx="3"/>
            <a:endCxn id="465" idx="1"/>
          </p:cNvCxnSpPr>
          <p:nvPr/>
        </p:nvCxnSpPr>
        <p:spPr>
          <a:xfrm>
            <a:off x="3656880" y="1828800"/>
            <a:ext cx="438840" cy="771480"/>
          </a:xfrm>
          <a:prstGeom prst="straightConnector1">
            <a:avLst/>
          </a:prstGeom>
          <a:ln w="3816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467" name=""/>
          <p:cNvCxnSpPr>
            <a:stCxn id="465" idx="2"/>
            <a:endCxn id="465" idx="3"/>
          </p:cNvCxnSpPr>
          <p:nvPr/>
        </p:nvCxnSpPr>
        <p:spPr>
          <a:xfrm flipH="1" flipV="1" rot="5400000">
            <a:off x="4880880" y="2385720"/>
            <a:ext cx="142920" cy="571320"/>
          </a:xfrm>
          <a:prstGeom prst="curvedConnector4">
            <a:avLst>
              <a:gd name="adj1" fmla="val -153787"/>
              <a:gd name="adj2" fmla="val 136885"/>
            </a:avLst>
          </a:prstGeom>
          <a:ln w="38160">
            <a:solidFill>
              <a:srgbClr val="000000"/>
            </a:solidFill>
            <a:round/>
            <a:headEnd len="med" type="triangle" w="med"/>
            <a:tailEnd len="med" type="triangle" w="med"/>
          </a:ln>
        </p:spPr>
      </p:cxnSp>
      <p:sp>
        <p:nvSpPr>
          <p:cNvPr id="468" name=""/>
          <p:cNvSpPr/>
          <p:nvPr/>
        </p:nvSpPr>
        <p:spPr>
          <a:xfrm>
            <a:off x="457200" y="4354560"/>
            <a:ext cx="914040" cy="217080"/>
          </a:xfrm>
          <a:prstGeom prst="rect">
            <a:avLst/>
          </a:prstGeom>
          <a:solidFill>
            <a:srgbClr val="FFFFFF"/>
          </a:solidFill>
          <a:ln w="25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3520" tIns="38520" rIns="83520" bIns="38520" anchor="ctr" anchorCtr="1">
            <a:noAutofit/>
          </a:bodyPr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Laboratory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69" name=""/>
          <p:cNvCxnSpPr>
            <a:stCxn id="468" idx="0"/>
            <a:endCxn id="456" idx="2"/>
          </p:cNvCxnSpPr>
          <p:nvPr/>
        </p:nvCxnSpPr>
        <p:spPr>
          <a:xfrm flipV="1">
            <a:off x="914400" y="2971080"/>
            <a:ext cx="228600" cy="138384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sp>
        <p:nvSpPr>
          <p:cNvPr id="470" name=""/>
          <p:cNvSpPr/>
          <p:nvPr/>
        </p:nvSpPr>
        <p:spPr>
          <a:xfrm>
            <a:off x="1371600" y="3429000"/>
            <a:ext cx="1370880" cy="45648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Attached_to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71" name=""/>
          <p:cNvCxnSpPr>
            <a:stCxn id="468" idx="0"/>
            <a:endCxn id="470" idx="2"/>
          </p:cNvCxnSpPr>
          <p:nvPr/>
        </p:nvCxnSpPr>
        <p:spPr>
          <a:xfrm flipV="1">
            <a:off x="914400" y="3885480"/>
            <a:ext cx="1143000" cy="46944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cxnSp>
        <p:nvCxnSpPr>
          <p:cNvPr id="472" name=""/>
          <p:cNvCxnSpPr>
            <a:stCxn id="449" idx="2"/>
            <a:endCxn id="470" idx="0"/>
          </p:cNvCxnSpPr>
          <p:nvPr/>
        </p:nvCxnSpPr>
        <p:spPr>
          <a:xfrm rot="5400000">
            <a:off x="1656720" y="856440"/>
            <a:ext cx="2972880" cy="2172600"/>
          </a:xfrm>
          <a:prstGeom prst="curvedConnector3">
            <a:avLst>
              <a:gd name="adj1" fmla="val 26946"/>
            </a:avLst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473" name=""/>
          <p:cNvSpPr/>
          <p:nvPr/>
        </p:nvSpPr>
        <p:spPr>
          <a:xfrm>
            <a:off x="1828800" y="4354560"/>
            <a:ext cx="9136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Host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74" name=""/>
          <p:cNvCxnSpPr>
            <a:stCxn id="468" idx="3"/>
            <a:endCxn id="473" idx="1"/>
          </p:cNvCxnSpPr>
          <p:nvPr/>
        </p:nvCxnSpPr>
        <p:spPr>
          <a:xfrm>
            <a:off x="1371240" y="4463280"/>
            <a:ext cx="457920" cy="11160"/>
          </a:xfrm>
          <a:prstGeom prst="straightConnector1">
            <a:avLst/>
          </a:prstGeom>
          <a:ln w="6480">
            <a:solidFill>
              <a:srgbClr val="000000"/>
            </a:solidFill>
            <a:round/>
          </a:ln>
        </p:spPr>
      </p:cxnSp>
      <p:sp>
        <p:nvSpPr>
          <p:cNvPr id="475" name=""/>
          <p:cNvSpPr/>
          <p:nvPr/>
        </p:nvSpPr>
        <p:spPr>
          <a:xfrm>
            <a:off x="3200400" y="4114800"/>
            <a:ext cx="9136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Equipement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76" name=""/>
          <p:cNvCxnSpPr>
            <a:stCxn id="473" idx="3"/>
            <a:endCxn id="475" idx="1"/>
          </p:cNvCxnSpPr>
          <p:nvPr/>
        </p:nvCxnSpPr>
        <p:spPr>
          <a:xfrm flipV="1">
            <a:off x="2742480" y="4228920"/>
            <a:ext cx="458280" cy="245520"/>
          </a:xfrm>
          <a:prstGeom prst="straightConnector1">
            <a:avLst/>
          </a:prstGeom>
          <a:ln w="6480">
            <a:solidFill>
              <a:srgbClr val="000000"/>
            </a:solidFill>
            <a:round/>
          </a:ln>
        </p:spPr>
      </p:cxnSp>
      <p:sp>
        <p:nvSpPr>
          <p:cNvPr id="477" name=""/>
          <p:cNvSpPr/>
          <p:nvPr/>
        </p:nvSpPr>
        <p:spPr>
          <a:xfrm>
            <a:off x="3429000" y="4572000"/>
            <a:ext cx="685080" cy="22788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Isa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78" name=""/>
          <p:cNvCxnSpPr>
            <a:stCxn id="475" idx="2"/>
            <a:endCxn id="477" idx="0"/>
          </p:cNvCxnSpPr>
          <p:nvPr/>
        </p:nvCxnSpPr>
        <p:spPr>
          <a:xfrm>
            <a:off x="3657240" y="4342680"/>
            <a:ext cx="114840" cy="2296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479" name=""/>
          <p:cNvSpPr/>
          <p:nvPr/>
        </p:nvSpPr>
        <p:spPr>
          <a:xfrm>
            <a:off x="2743200" y="5029200"/>
            <a:ext cx="9136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Portable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80" name=""/>
          <p:cNvCxnSpPr>
            <a:stCxn id="479" idx="0"/>
            <a:endCxn id="477" idx="3"/>
          </p:cNvCxnSpPr>
          <p:nvPr/>
        </p:nvCxnSpPr>
        <p:spPr>
          <a:xfrm flipV="1">
            <a:off x="3200040" y="4799880"/>
            <a:ext cx="572040" cy="2296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481" name=""/>
          <p:cNvSpPr/>
          <p:nvPr/>
        </p:nvSpPr>
        <p:spPr>
          <a:xfrm>
            <a:off x="3886200" y="5029200"/>
            <a:ext cx="9136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Fixed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82" name=""/>
          <p:cNvCxnSpPr>
            <a:stCxn id="481" idx="0"/>
          </p:cNvCxnSpPr>
          <p:nvPr/>
        </p:nvCxnSpPr>
        <p:spPr>
          <a:xfrm flipH="1" flipV="1">
            <a:off x="3772080" y="4800600"/>
            <a:ext cx="571320" cy="22896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483" name=""/>
          <p:cNvSpPr/>
          <p:nvPr/>
        </p:nvSpPr>
        <p:spPr>
          <a:xfrm>
            <a:off x="4800600" y="4114800"/>
            <a:ext cx="9136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Use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84" name=""/>
          <p:cNvCxnSpPr>
            <a:stCxn id="475" idx="3"/>
            <a:endCxn id="483" idx="1"/>
          </p:cNvCxnSpPr>
          <p:nvPr/>
        </p:nvCxnSpPr>
        <p:spPr>
          <a:xfrm>
            <a:off x="4114080" y="4228920"/>
            <a:ext cx="686880" cy="5760"/>
          </a:xfrm>
          <a:prstGeom prst="straightConnector1">
            <a:avLst/>
          </a:prstGeom>
          <a:ln w="100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485" name=""/>
          <p:cNvCxnSpPr>
            <a:stCxn id="449" idx="2"/>
            <a:endCxn id="483" idx="0"/>
          </p:cNvCxnSpPr>
          <p:nvPr/>
        </p:nvCxnSpPr>
        <p:spPr>
          <a:xfrm flipH="1" rot="16200000">
            <a:off x="2914200" y="1771560"/>
            <a:ext cx="3658680" cy="1028520"/>
          </a:xfrm>
          <a:prstGeom prst="curvedConnector3">
            <a:avLst>
              <a:gd name="adj1" fmla="val 91970"/>
            </a:avLst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486" name=""/>
          <p:cNvSpPr/>
          <p:nvPr/>
        </p:nvSpPr>
        <p:spPr>
          <a:xfrm>
            <a:off x="4572000" y="4560840"/>
            <a:ext cx="15994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Correspond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87" name=""/>
          <p:cNvCxnSpPr>
            <a:stCxn id="475" idx="3"/>
            <a:endCxn id="486" idx="1"/>
          </p:cNvCxnSpPr>
          <p:nvPr/>
        </p:nvCxnSpPr>
        <p:spPr>
          <a:xfrm>
            <a:off x="4114080" y="4228920"/>
            <a:ext cx="458280" cy="451800"/>
          </a:xfrm>
          <a:prstGeom prst="straightConnector1">
            <a:avLst/>
          </a:prstGeom>
          <a:ln w="100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488" name=""/>
          <p:cNvSpPr/>
          <p:nvPr/>
        </p:nvSpPr>
        <p:spPr>
          <a:xfrm>
            <a:off x="6629400" y="4800600"/>
            <a:ext cx="913680" cy="4564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Equipement Model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89" name=""/>
          <p:cNvCxnSpPr>
            <a:stCxn id="486" idx="3"/>
            <a:endCxn id="488" idx="1"/>
          </p:cNvCxnSpPr>
          <p:nvPr/>
        </p:nvCxnSpPr>
        <p:spPr>
          <a:xfrm>
            <a:off x="6171480" y="4680360"/>
            <a:ext cx="458280" cy="34884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490" name=""/>
          <p:cNvSpPr/>
          <p:nvPr/>
        </p:nvSpPr>
        <p:spPr>
          <a:xfrm>
            <a:off x="6858000" y="1143000"/>
            <a:ext cx="6850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Projects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"/>
          <p:cNvSpPr/>
          <p:nvPr/>
        </p:nvSpPr>
        <p:spPr>
          <a:xfrm>
            <a:off x="4800600" y="903240"/>
            <a:ext cx="13708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Contribut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92" name=""/>
          <p:cNvCxnSpPr>
            <a:stCxn id="490" idx="1"/>
            <a:endCxn id="491" idx="3"/>
          </p:cNvCxnSpPr>
          <p:nvPr/>
        </p:nvCxnSpPr>
        <p:spPr>
          <a:xfrm flipH="1" flipV="1">
            <a:off x="6171480" y="1022760"/>
            <a:ext cx="686880" cy="23472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cxnSp>
        <p:nvCxnSpPr>
          <p:cNvPr id="493" name=""/>
          <p:cNvCxnSpPr>
            <a:stCxn id="491" idx="1"/>
            <a:endCxn id="449" idx="3"/>
          </p:cNvCxnSpPr>
          <p:nvPr/>
        </p:nvCxnSpPr>
        <p:spPr>
          <a:xfrm flipH="1" flipV="1">
            <a:off x="4571640" y="342720"/>
            <a:ext cx="229320" cy="68040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494" name=""/>
          <p:cNvSpPr/>
          <p:nvPr/>
        </p:nvSpPr>
        <p:spPr>
          <a:xfrm>
            <a:off x="5029200" y="1469160"/>
            <a:ext cx="13708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Funds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95" name=""/>
          <p:cNvCxnSpPr>
            <a:stCxn id="490" idx="1"/>
            <a:endCxn id="494" idx="3"/>
          </p:cNvCxnSpPr>
          <p:nvPr/>
        </p:nvCxnSpPr>
        <p:spPr>
          <a:xfrm flipH="1">
            <a:off x="6400080" y="1257120"/>
            <a:ext cx="458280" cy="33192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cxnSp>
        <p:nvCxnSpPr>
          <p:cNvPr id="496" name=""/>
          <p:cNvCxnSpPr>
            <a:stCxn id="494" idx="1"/>
            <a:endCxn id="449" idx="2"/>
          </p:cNvCxnSpPr>
          <p:nvPr/>
        </p:nvCxnSpPr>
        <p:spPr>
          <a:xfrm flipH="1" flipV="1">
            <a:off x="4229280" y="456480"/>
            <a:ext cx="800280" cy="1132560"/>
          </a:xfrm>
          <a:prstGeom prst="straightConnector1">
            <a:avLst/>
          </a:prstGeom>
          <a:ln w="3816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497" name=""/>
          <p:cNvSpPr/>
          <p:nvPr/>
        </p:nvSpPr>
        <p:spPr>
          <a:xfrm>
            <a:off x="5486400" y="2286360"/>
            <a:ext cx="68544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Budget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98" name=""/>
          <p:cNvCxnSpPr>
            <a:stCxn id="497" idx="0"/>
            <a:endCxn id="494" idx="2"/>
          </p:cNvCxnSpPr>
          <p:nvPr/>
        </p:nvCxnSpPr>
        <p:spPr>
          <a:xfrm flipH="1" flipV="1">
            <a:off x="5714640" y="1708200"/>
            <a:ext cx="114840" cy="578520"/>
          </a:xfrm>
          <a:prstGeom prst="straightConnector1">
            <a:avLst/>
          </a:prstGeom>
          <a:ln w="6480">
            <a:solidFill>
              <a:srgbClr val="000000"/>
            </a:solidFill>
            <a:round/>
          </a:ln>
        </p:spPr>
      </p:cxnSp>
      <p:sp>
        <p:nvSpPr>
          <p:cNvPr id="499" name=""/>
          <p:cNvSpPr/>
          <p:nvPr/>
        </p:nvSpPr>
        <p:spPr>
          <a:xfrm>
            <a:off x="5257800" y="3646800"/>
            <a:ext cx="13708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Manages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00" name=""/>
          <p:cNvCxnSpPr>
            <a:stCxn id="497" idx="2"/>
            <a:endCxn id="499" idx="0"/>
          </p:cNvCxnSpPr>
          <p:nvPr/>
        </p:nvCxnSpPr>
        <p:spPr>
          <a:xfrm>
            <a:off x="5829120" y="2514240"/>
            <a:ext cx="114480" cy="113292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501" name=""/>
          <p:cNvCxnSpPr>
            <a:stCxn id="499" idx="1"/>
            <a:endCxn id="459" idx="2"/>
          </p:cNvCxnSpPr>
          <p:nvPr/>
        </p:nvCxnSpPr>
        <p:spPr>
          <a:xfrm rot="10800000">
            <a:off x="3448440" y="3427920"/>
            <a:ext cx="1809720" cy="338400"/>
          </a:xfrm>
          <a:prstGeom prst="curvedConnector2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502" name=""/>
          <p:cNvSpPr/>
          <p:nvPr/>
        </p:nvSpPr>
        <p:spPr>
          <a:xfrm>
            <a:off x="7772400" y="4561200"/>
            <a:ext cx="15994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Requires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03" name=""/>
          <p:cNvCxnSpPr>
            <a:stCxn id="502" idx="3"/>
            <a:endCxn id="488" idx="3"/>
          </p:cNvCxnSpPr>
          <p:nvPr/>
        </p:nvCxnSpPr>
        <p:spPr>
          <a:xfrm flipH="1">
            <a:off x="7543080" y="4680720"/>
            <a:ext cx="1829160" cy="348480"/>
          </a:xfrm>
          <a:prstGeom prst="straightConnector1">
            <a:avLst/>
          </a:prstGeom>
          <a:ln w="6480">
            <a:solidFill>
              <a:srgbClr val="000000"/>
            </a:solidFill>
            <a:round/>
          </a:ln>
        </p:spPr>
      </p:cxnSp>
      <p:sp>
        <p:nvSpPr>
          <p:cNvPr id="504" name=""/>
          <p:cNvSpPr/>
          <p:nvPr/>
        </p:nvSpPr>
        <p:spPr>
          <a:xfrm>
            <a:off x="8001360" y="3886200"/>
            <a:ext cx="9136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Certifications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05" name=""/>
          <p:cNvCxnSpPr>
            <a:stCxn id="504" idx="2"/>
            <a:endCxn id="502" idx="0"/>
          </p:cNvCxnSpPr>
          <p:nvPr/>
        </p:nvCxnSpPr>
        <p:spPr>
          <a:xfrm>
            <a:off x="8458200" y="4114080"/>
            <a:ext cx="114480" cy="4474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506" name=""/>
          <p:cNvSpPr/>
          <p:nvPr/>
        </p:nvSpPr>
        <p:spPr>
          <a:xfrm>
            <a:off x="8001360" y="3429000"/>
            <a:ext cx="15994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Holds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07" name=""/>
          <p:cNvCxnSpPr>
            <a:stCxn id="504" idx="0"/>
            <a:endCxn id="506" idx="2"/>
          </p:cNvCxnSpPr>
          <p:nvPr/>
        </p:nvCxnSpPr>
        <p:spPr>
          <a:xfrm flipV="1">
            <a:off x="8458200" y="3668040"/>
            <a:ext cx="343440" cy="21852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508" name=""/>
          <p:cNvCxnSpPr>
            <a:stCxn id="506" idx="0"/>
            <a:endCxn id="449" idx="2"/>
          </p:cNvCxnSpPr>
          <p:nvPr/>
        </p:nvCxnSpPr>
        <p:spPr>
          <a:xfrm flipV="1" rot="16200000">
            <a:off x="5029200" y="-343440"/>
            <a:ext cx="2972880" cy="4572360"/>
          </a:xfrm>
          <a:prstGeom prst="curvedConnector3">
            <a:avLst>
              <a:gd name="adj1" fmla="val 24984"/>
            </a:avLst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509" name=""/>
          <p:cNvSpPr/>
          <p:nvPr/>
        </p:nvSpPr>
        <p:spPr>
          <a:xfrm>
            <a:off x="6400800" y="4115160"/>
            <a:ext cx="91404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Reservation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10" name=""/>
          <p:cNvCxnSpPr>
            <a:stCxn id="483" idx="3"/>
            <a:endCxn id="509" idx="1"/>
          </p:cNvCxnSpPr>
          <p:nvPr/>
        </p:nvCxnSpPr>
        <p:spPr>
          <a:xfrm flipV="1">
            <a:off x="5714280" y="4229280"/>
            <a:ext cx="686880" cy="5400"/>
          </a:xfrm>
          <a:prstGeom prst="bentConnector3">
            <a:avLst>
              <a:gd name="adj1" fmla="val 50078"/>
            </a:avLst>
          </a:prstGeom>
          <a:ln w="29160">
            <a:solidFill>
              <a:srgbClr val="000000"/>
            </a:solidFill>
            <a:round/>
          </a:ln>
        </p:spPr>
      </p:cxnSp>
      <p:sp>
        <p:nvSpPr>
          <p:cNvPr id="511" name=""/>
          <p:cNvSpPr/>
          <p:nvPr/>
        </p:nvSpPr>
        <p:spPr>
          <a:xfrm>
            <a:off x="5943600" y="2743560"/>
            <a:ext cx="1599840" cy="22788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Maintainance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12" name=""/>
          <p:cNvCxnSpPr>
            <a:stCxn id="475" idx="3"/>
            <a:endCxn id="511" idx="2"/>
          </p:cNvCxnSpPr>
          <p:nvPr/>
        </p:nvCxnSpPr>
        <p:spPr>
          <a:xfrm flipV="1">
            <a:off x="4114080" y="2971440"/>
            <a:ext cx="2629800" cy="1257840"/>
          </a:xfrm>
          <a:prstGeom prst="straightConnector1">
            <a:avLst/>
          </a:prstGeom>
          <a:ln w="3816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513" name=""/>
          <p:cNvCxnSpPr>
            <a:stCxn id="454" idx="3"/>
            <a:endCxn id="511" idx="1"/>
          </p:cNvCxnSpPr>
          <p:nvPr/>
        </p:nvCxnSpPr>
        <p:spPr>
          <a:xfrm>
            <a:off x="3656880" y="1828800"/>
            <a:ext cx="2287080" cy="1029240"/>
          </a:xfrm>
          <a:prstGeom prst="curvedConnector3">
            <a:avLst>
              <a:gd name="adj1" fmla="val 100015"/>
            </a:avLst>
          </a:prstGeom>
          <a:ln w="3816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514" name=""/>
          <p:cNvSpPr/>
          <p:nvPr/>
        </p:nvSpPr>
        <p:spPr>
          <a:xfrm>
            <a:off x="6743880" y="3657600"/>
            <a:ext cx="913680" cy="4568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Can make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15" name=""/>
          <p:cNvCxnSpPr>
            <a:stCxn id="449" idx="3"/>
            <a:endCxn id="514" idx="1"/>
          </p:cNvCxnSpPr>
          <p:nvPr/>
        </p:nvCxnSpPr>
        <p:spPr>
          <a:xfrm>
            <a:off x="4571640" y="342720"/>
            <a:ext cx="2172600" cy="3543840"/>
          </a:xfrm>
          <a:prstGeom prst="curvedConnector3">
            <a:avLst>
              <a:gd name="adj1" fmla="val 50016"/>
            </a:avLst>
          </a:prstGeom>
          <a:ln w="6480">
            <a:solidFill>
              <a:srgbClr val="000000"/>
            </a:solidFill>
            <a:round/>
          </a:ln>
        </p:spPr>
      </p:cxnSp>
      <p:cxnSp>
        <p:nvCxnSpPr>
          <p:cNvPr id="516" name=""/>
          <p:cNvCxnSpPr>
            <a:stCxn id="514" idx="3"/>
            <a:endCxn id="509" idx="3"/>
          </p:cNvCxnSpPr>
          <p:nvPr/>
        </p:nvCxnSpPr>
        <p:spPr>
          <a:xfrm flipH="1">
            <a:off x="7314840" y="3886200"/>
            <a:ext cx="343080" cy="343440"/>
          </a:xfrm>
          <a:prstGeom prst="bentConnector3">
            <a:avLst>
              <a:gd name="adj1" fmla="val -52836"/>
            </a:avLst>
          </a:prstGeom>
          <a:ln w="29160">
            <a:solidFill>
              <a:srgbClr val="000000"/>
            </a:solidFill>
            <a:round/>
            <a:headEnd len="med" type="triangle" w="med"/>
          </a:ln>
        </p:spPr>
      </p:cxnSp>
      <p:sp>
        <p:nvSpPr>
          <p:cNvPr id="517" name=""/>
          <p:cNvSpPr/>
          <p:nvPr/>
        </p:nvSpPr>
        <p:spPr>
          <a:xfrm>
            <a:off x="6172200" y="3200400"/>
            <a:ext cx="1371240" cy="2282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Approves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18" name=""/>
          <p:cNvCxnSpPr>
            <a:stCxn id="449" idx="2"/>
            <a:endCxn id="517" idx="1"/>
          </p:cNvCxnSpPr>
          <p:nvPr/>
        </p:nvCxnSpPr>
        <p:spPr>
          <a:xfrm flipH="1" rot="16200000">
            <a:off x="3771720" y="913680"/>
            <a:ext cx="2858400" cy="1943280"/>
          </a:xfrm>
          <a:prstGeom prst="curvedConnector2">
            <a:avLst/>
          </a:prstGeom>
          <a:ln w="6480">
            <a:solidFill>
              <a:srgbClr val="000000"/>
            </a:solidFill>
            <a:round/>
          </a:ln>
        </p:spPr>
      </p:cxnSp>
      <p:cxnSp>
        <p:nvCxnSpPr>
          <p:cNvPr id="519" name=""/>
          <p:cNvCxnSpPr>
            <a:stCxn id="517" idx="3"/>
          </p:cNvCxnSpPr>
          <p:nvPr/>
        </p:nvCxnSpPr>
        <p:spPr>
          <a:xfrm flipH="1">
            <a:off x="7315200" y="3314520"/>
            <a:ext cx="228600" cy="915480"/>
          </a:xfrm>
          <a:prstGeom prst="bentConnector3">
            <a:avLst>
              <a:gd name="adj1" fmla="val -79337"/>
            </a:avLst>
          </a:prstGeom>
          <a:ln w="29160">
            <a:solidFill>
              <a:srgbClr val="000000"/>
            </a:solidFill>
            <a:round/>
            <a:headEnd len="med" type="triangle" w="med"/>
          </a:ln>
        </p:spPr>
      </p:cxnSp>
      <p:sp>
        <p:nvSpPr>
          <p:cNvPr id="520" name="Rectangle 24"/>
          <p:cNvSpPr/>
          <p:nvPr/>
        </p:nvSpPr>
        <p:spPr>
          <a:xfrm>
            <a:off x="228600" y="4800600"/>
            <a:ext cx="1281960" cy="228600"/>
          </a:xfrm>
          <a:prstGeom prst="rect">
            <a:avLst/>
          </a:prstGeom>
          <a:solidFill>
            <a:srgbClr val="FFFFFF"/>
          </a:solidFill>
          <a:ln w="291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2200" tIns="14400" rIns="52200" bIns="14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10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Calibration_record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Diamond 5"/>
          <p:cNvSpPr/>
          <p:nvPr/>
        </p:nvSpPr>
        <p:spPr>
          <a:xfrm>
            <a:off x="894960" y="5257800"/>
            <a:ext cx="1391040" cy="332640"/>
          </a:xfrm>
          <a:prstGeom prst="diamond">
            <a:avLst/>
          </a:prstGeom>
          <a:solidFill>
            <a:srgbClr val="FFFFFF"/>
          </a:solidFill>
          <a:ln w="291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2200" tIns="14400" rIns="52200" bIns="14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Calibrates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22" name=""/>
          <p:cNvCxnSpPr>
            <a:stCxn id="520" idx="2"/>
            <a:endCxn id="521" idx="1"/>
          </p:cNvCxnSpPr>
          <p:nvPr/>
        </p:nvCxnSpPr>
        <p:spPr>
          <a:xfrm flipH="1" rot="16200000">
            <a:off x="685080" y="5213880"/>
            <a:ext cx="395280" cy="25560"/>
          </a:xfrm>
          <a:prstGeom prst="bentConnector2">
            <a:avLst/>
          </a:prstGeom>
          <a:ln w="3816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523" name=""/>
          <p:cNvCxnSpPr>
            <a:stCxn id="521" idx="3"/>
            <a:endCxn id="475" idx="1"/>
          </p:cNvCxnSpPr>
          <p:nvPr/>
        </p:nvCxnSpPr>
        <p:spPr>
          <a:xfrm flipV="1">
            <a:off x="2286000" y="4228560"/>
            <a:ext cx="914760" cy="119592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"/>
          <p:cNvSpPr/>
          <p:nvPr/>
        </p:nvSpPr>
        <p:spPr>
          <a:xfrm>
            <a:off x="4343760" y="228600"/>
            <a:ext cx="6850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Person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"/>
          <p:cNvSpPr/>
          <p:nvPr/>
        </p:nvSpPr>
        <p:spPr>
          <a:xfrm>
            <a:off x="2971800" y="1143000"/>
            <a:ext cx="685080" cy="22788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Isa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26" name=""/>
          <p:cNvCxnSpPr>
            <a:stCxn id="524" idx="1"/>
            <a:endCxn id="525" idx="0"/>
          </p:cNvCxnSpPr>
          <p:nvPr/>
        </p:nvCxnSpPr>
        <p:spPr>
          <a:xfrm flipH="1">
            <a:off x="3314520" y="342720"/>
            <a:ext cx="1029600" cy="80064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527" name=""/>
          <p:cNvSpPr/>
          <p:nvPr/>
        </p:nvSpPr>
        <p:spPr>
          <a:xfrm>
            <a:off x="2534400" y="1828800"/>
            <a:ext cx="6850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Student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28" name=""/>
          <p:cNvCxnSpPr>
            <a:stCxn id="527" idx="0"/>
            <a:endCxn id="525" idx="2"/>
          </p:cNvCxnSpPr>
          <p:nvPr/>
        </p:nvCxnSpPr>
        <p:spPr>
          <a:xfrm flipV="1">
            <a:off x="2877120" y="1370880"/>
            <a:ext cx="9504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529" name=""/>
          <p:cNvSpPr/>
          <p:nvPr/>
        </p:nvSpPr>
        <p:spPr>
          <a:xfrm>
            <a:off x="3429000" y="1714680"/>
            <a:ext cx="6850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Employe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30" name=""/>
          <p:cNvCxnSpPr>
            <a:stCxn id="529" idx="0"/>
            <a:endCxn id="525" idx="4"/>
          </p:cNvCxnSpPr>
          <p:nvPr/>
        </p:nvCxnSpPr>
        <p:spPr>
          <a:xfrm flipH="1" flipV="1">
            <a:off x="3656880" y="1370880"/>
            <a:ext cx="115200" cy="34416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531" name=""/>
          <p:cNvSpPr/>
          <p:nvPr/>
        </p:nvSpPr>
        <p:spPr>
          <a:xfrm>
            <a:off x="1371600" y="2514600"/>
            <a:ext cx="1370880" cy="45648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Supervised_By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"/>
          <p:cNvSpPr/>
          <p:nvPr/>
        </p:nvSpPr>
        <p:spPr>
          <a:xfrm>
            <a:off x="3657600" y="2514600"/>
            <a:ext cx="685080" cy="22788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Isa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33" name=""/>
          <p:cNvCxnSpPr>
            <a:stCxn id="529" idx="2"/>
            <a:endCxn id="532" idx="0"/>
          </p:cNvCxnSpPr>
          <p:nvPr/>
        </p:nvCxnSpPr>
        <p:spPr>
          <a:xfrm>
            <a:off x="3771720" y="1942560"/>
            <a:ext cx="228960" cy="57240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534" name=""/>
          <p:cNvSpPr/>
          <p:nvPr/>
        </p:nvSpPr>
        <p:spPr>
          <a:xfrm>
            <a:off x="3448800" y="3200400"/>
            <a:ext cx="9136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Academic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35" name=""/>
          <p:cNvCxnSpPr>
            <a:stCxn id="534" idx="0"/>
            <a:endCxn id="532" idx="2"/>
          </p:cNvCxnSpPr>
          <p:nvPr/>
        </p:nvCxnSpPr>
        <p:spPr>
          <a:xfrm flipH="1" flipV="1">
            <a:off x="3657600" y="2742480"/>
            <a:ext cx="24840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536" name=""/>
          <p:cNvSpPr/>
          <p:nvPr/>
        </p:nvSpPr>
        <p:spPr>
          <a:xfrm>
            <a:off x="4800600" y="3200400"/>
            <a:ext cx="11422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Non Academic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37" name=""/>
          <p:cNvCxnSpPr>
            <a:stCxn id="536" idx="0"/>
            <a:endCxn id="532" idx="4"/>
          </p:cNvCxnSpPr>
          <p:nvPr/>
        </p:nvCxnSpPr>
        <p:spPr>
          <a:xfrm flipH="1" flipV="1">
            <a:off x="4342680" y="2742480"/>
            <a:ext cx="102960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538" name=""/>
          <p:cNvCxnSpPr>
            <a:stCxn id="531" idx="0"/>
            <a:endCxn id="527" idx="2"/>
          </p:cNvCxnSpPr>
          <p:nvPr/>
        </p:nvCxnSpPr>
        <p:spPr>
          <a:xfrm flipV="1">
            <a:off x="2057040" y="2056680"/>
            <a:ext cx="820440" cy="45828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cxnSp>
        <p:nvCxnSpPr>
          <p:cNvPr id="539" name=""/>
          <p:cNvCxnSpPr>
            <a:stCxn id="531" idx="2"/>
            <a:endCxn id="534" idx="1"/>
          </p:cNvCxnSpPr>
          <p:nvPr/>
        </p:nvCxnSpPr>
        <p:spPr>
          <a:xfrm>
            <a:off x="2057040" y="2971080"/>
            <a:ext cx="1392120" cy="34380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sp>
        <p:nvSpPr>
          <p:cNvPr id="540" name=""/>
          <p:cNvSpPr/>
          <p:nvPr/>
        </p:nvSpPr>
        <p:spPr>
          <a:xfrm>
            <a:off x="4552560" y="2457360"/>
            <a:ext cx="1142280" cy="28512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Reports_To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41" name=""/>
          <p:cNvCxnSpPr>
            <a:stCxn id="529" idx="3"/>
            <a:endCxn id="540" idx="1"/>
          </p:cNvCxnSpPr>
          <p:nvPr/>
        </p:nvCxnSpPr>
        <p:spPr>
          <a:xfrm>
            <a:off x="4114080" y="1828800"/>
            <a:ext cx="438840" cy="771480"/>
          </a:xfrm>
          <a:prstGeom prst="straightConnector1">
            <a:avLst/>
          </a:prstGeom>
          <a:ln w="3816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542" name=""/>
          <p:cNvCxnSpPr>
            <a:stCxn id="540" idx="2"/>
            <a:endCxn id="540" idx="3"/>
          </p:cNvCxnSpPr>
          <p:nvPr/>
        </p:nvCxnSpPr>
        <p:spPr>
          <a:xfrm flipH="1" flipV="1" rot="5400000">
            <a:off x="5338080" y="2385720"/>
            <a:ext cx="142920" cy="571320"/>
          </a:xfrm>
          <a:prstGeom prst="curvedConnector4">
            <a:avLst>
              <a:gd name="adj1" fmla="val -153787"/>
              <a:gd name="adj2" fmla="val 136885"/>
            </a:avLst>
          </a:prstGeom>
          <a:ln w="38160">
            <a:solidFill>
              <a:srgbClr val="000000"/>
            </a:solidFill>
            <a:round/>
            <a:headEnd len="med" type="triangle" w="med"/>
            <a:tailEnd len="med" type="triangle" w="med"/>
          </a:ln>
        </p:spPr>
      </p:cxnSp>
      <p:sp>
        <p:nvSpPr>
          <p:cNvPr id="543" name=""/>
          <p:cNvSpPr/>
          <p:nvPr/>
        </p:nvSpPr>
        <p:spPr>
          <a:xfrm>
            <a:off x="228600" y="2514600"/>
            <a:ext cx="914040" cy="217080"/>
          </a:xfrm>
          <a:prstGeom prst="rect">
            <a:avLst/>
          </a:prstGeom>
          <a:solidFill>
            <a:srgbClr val="FFFFFF"/>
          </a:solidFill>
          <a:ln w="25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3520" tIns="38520" rIns="83520" bIns="38520" anchor="ctr" anchorCtr="1">
            <a:noAutofit/>
          </a:bodyPr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Supplier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4" name=""/>
          <p:cNvSpPr/>
          <p:nvPr/>
        </p:nvSpPr>
        <p:spPr>
          <a:xfrm>
            <a:off x="2057400" y="3429000"/>
            <a:ext cx="1370880" cy="45648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Attached_to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45" name=""/>
          <p:cNvCxnSpPr>
            <a:stCxn id="524" idx="2"/>
            <a:endCxn id="544" idx="0"/>
          </p:cNvCxnSpPr>
          <p:nvPr/>
        </p:nvCxnSpPr>
        <p:spPr>
          <a:xfrm rot="5400000">
            <a:off x="2228040" y="970920"/>
            <a:ext cx="2972880" cy="1944000"/>
          </a:xfrm>
          <a:prstGeom prst="curvedConnector3">
            <a:avLst>
              <a:gd name="adj1" fmla="val 26946"/>
            </a:avLst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546" name=""/>
          <p:cNvSpPr/>
          <p:nvPr/>
        </p:nvSpPr>
        <p:spPr>
          <a:xfrm>
            <a:off x="2286000" y="4332960"/>
            <a:ext cx="9136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Host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7" name=""/>
          <p:cNvSpPr/>
          <p:nvPr/>
        </p:nvSpPr>
        <p:spPr>
          <a:xfrm>
            <a:off x="3657600" y="4114800"/>
            <a:ext cx="9136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Equipement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48" name=""/>
          <p:cNvCxnSpPr>
            <a:stCxn id="546" idx="3"/>
            <a:endCxn id="547" idx="1"/>
          </p:cNvCxnSpPr>
          <p:nvPr/>
        </p:nvCxnSpPr>
        <p:spPr>
          <a:xfrm flipV="1">
            <a:off x="3199680" y="4228920"/>
            <a:ext cx="458280" cy="223920"/>
          </a:xfrm>
          <a:prstGeom prst="straightConnector1">
            <a:avLst/>
          </a:prstGeom>
          <a:ln w="6480">
            <a:solidFill>
              <a:srgbClr val="000000"/>
            </a:solidFill>
            <a:round/>
          </a:ln>
        </p:spPr>
      </p:cxnSp>
      <p:sp>
        <p:nvSpPr>
          <p:cNvPr id="549" name=""/>
          <p:cNvSpPr/>
          <p:nvPr/>
        </p:nvSpPr>
        <p:spPr>
          <a:xfrm>
            <a:off x="3886200" y="4572000"/>
            <a:ext cx="685080" cy="22788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Isa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50" name=""/>
          <p:cNvCxnSpPr>
            <a:stCxn id="547" idx="2"/>
            <a:endCxn id="549" idx="0"/>
          </p:cNvCxnSpPr>
          <p:nvPr/>
        </p:nvCxnSpPr>
        <p:spPr>
          <a:xfrm>
            <a:off x="4114440" y="4342680"/>
            <a:ext cx="114840" cy="2296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551" name=""/>
          <p:cNvSpPr/>
          <p:nvPr/>
        </p:nvSpPr>
        <p:spPr>
          <a:xfrm>
            <a:off x="3200400" y="5029200"/>
            <a:ext cx="9136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Portable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52" name=""/>
          <p:cNvCxnSpPr>
            <a:stCxn id="551" idx="0"/>
            <a:endCxn id="549" idx="3"/>
          </p:cNvCxnSpPr>
          <p:nvPr/>
        </p:nvCxnSpPr>
        <p:spPr>
          <a:xfrm flipV="1">
            <a:off x="3657240" y="4799880"/>
            <a:ext cx="572040" cy="2296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553" name=""/>
          <p:cNvSpPr/>
          <p:nvPr/>
        </p:nvSpPr>
        <p:spPr>
          <a:xfrm>
            <a:off x="4343400" y="5029200"/>
            <a:ext cx="9136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Fixed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54" name=""/>
          <p:cNvCxnSpPr>
            <a:stCxn id="553" idx="0"/>
          </p:cNvCxnSpPr>
          <p:nvPr/>
        </p:nvCxnSpPr>
        <p:spPr>
          <a:xfrm flipH="1" flipV="1">
            <a:off x="4229280" y="4800600"/>
            <a:ext cx="571320" cy="22896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555" name=""/>
          <p:cNvSpPr/>
          <p:nvPr/>
        </p:nvSpPr>
        <p:spPr>
          <a:xfrm>
            <a:off x="5257800" y="4114800"/>
            <a:ext cx="9136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Use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56" name=""/>
          <p:cNvCxnSpPr>
            <a:stCxn id="547" idx="3"/>
            <a:endCxn id="555" idx="1"/>
          </p:cNvCxnSpPr>
          <p:nvPr/>
        </p:nvCxnSpPr>
        <p:spPr>
          <a:xfrm>
            <a:off x="4571280" y="4228920"/>
            <a:ext cx="686880" cy="5760"/>
          </a:xfrm>
          <a:prstGeom prst="straightConnector1">
            <a:avLst/>
          </a:prstGeom>
          <a:ln w="100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557" name=""/>
          <p:cNvCxnSpPr>
            <a:stCxn id="524" idx="2"/>
            <a:endCxn id="555" idx="0"/>
          </p:cNvCxnSpPr>
          <p:nvPr/>
        </p:nvCxnSpPr>
        <p:spPr>
          <a:xfrm flipH="1" rot="16200000">
            <a:off x="3371400" y="1771560"/>
            <a:ext cx="3658680" cy="1028520"/>
          </a:xfrm>
          <a:prstGeom prst="curvedConnector3">
            <a:avLst>
              <a:gd name="adj1" fmla="val 91970"/>
            </a:avLst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558" name=""/>
          <p:cNvSpPr/>
          <p:nvPr/>
        </p:nvSpPr>
        <p:spPr>
          <a:xfrm>
            <a:off x="5029200" y="4560840"/>
            <a:ext cx="15994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Correspond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59" name=""/>
          <p:cNvCxnSpPr>
            <a:stCxn id="547" idx="3"/>
            <a:endCxn id="558" idx="1"/>
          </p:cNvCxnSpPr>
          <p:nvPr/>
        </p:nvCxnSpPr>
        <p:spPr>
          <a:xfrm>
            <a:off x="4571280" y="4228920"/>
            <a:ext cx="458280" cy="451800"/>
          </a:xfrm>
          <a:prstGeom prst="straightConnector1">
            <a:avLst/>
          </a:prstGeom>
          <a:ln w="100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560" name=""/>
          <p:cNvSpPr/>
          <p:nvPr/>
        </p:nvSpPr>
        <p:spPr>
          <a:xfrm>
            <a:off x="7086600" y="4800600"/>
            <a:ext cx="913680" cy="4564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Equipement Model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61" name=""/>
          <p:cNvCxnSpPr>
            <a:stCxn id="558" idx="3"/>
            <a:endCxn id="560" idx="1"/>
          </p:cNvCxnSpPr>
          <p:nvPr/>
        </p:nvCxnSpPr>
        <p:spPr>
          <a:xfrm>
            <a:off x="6628680" y="4680360"/>
            <a:ext cx="458280" cy="34884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562" name=""/>
          <p:cNvSpPr/>
          <p:nvPr/>
        </p:nvSpPr>
        <p:spPr>
          <a:xfrm>
            <a:off x="7315200" y="1143000"/>
            <a:ext cx="6850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Projects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3" name=""/>
          <p:cNvSpPr/>
          <p:nvPr/>
        </p:nvSpPr>
        <p:spPr>
          <a:xfrm>
            <a:off x="5257800" y="903240"/>
            <a:ext cx="13708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Contribut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64" name=""/>
          <p:cNvCxnSpPr>
            <a:stCxn id="562" idx="1"/>
            <a:endCxn id="563" idx="3"/>
          </p:cNvCxnSpPr>
          <p:nvPr/>
        </p:nvCxnSpPr>
        <p:spPr>
          <a:xfrm flipH="1" flipV="1">
            <a:off x="6628680" y="1022760"/>
            <a:ext cx="686880" cy="23472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cxnSp>
        <p:nvCxnSpPr>
          <p:cNvPr id="565" name=""/>
          <p:cNvCxnSpPr>
            <a:stCxn id="563" idx="1"/>
            <a:endCxn id="524" idx="3"/>
          </p:cNvCxnSpPr>
          <p:nvPr/>
        </p:nvCxnSpPr>
        <p:spPr>
          <a:xfrm flipH="1" flipV="1">
            <a:off x="5028840" y="342720"/>
            <a:ext cx="229320" cy="68040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566" name=""/>
          <p:cNvSpPr/>
          <p:nvPr/>
        </p:nvSpPr>
        <p:spPr>
          <a:xfrm>
            <a:off x="5486400" y="1469160"/>
            <a:ext cx="13708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Funds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67" name=""/>
          <p:cNvCxnSpPr>
            <a:stCxn id="562" idx="1"/>
            <a:endCxn id="566" idx="3"/>
          </p:cNvCxnSpPr>
          <p:nvPr/>
        </p:nvCxnSpPr>
        <p:spPr>
          <a:xfrm flipH="1">
            <a:off x="6857280" y="1257120"/>
            <a:ext cx="458280" cy="33192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cxnSp>
        <p:nvCxnSpPr>
          <p:cNvPr id="568" name=""/>
          <p:cNvCxnSpPr>
            <a:stCxn id="566" idx="1"/>
            <a:endCxn id="524" idx="2"/>
          </p:cNvCxnSpPr>
          <p:nvPr/>
        </p:nvCxnSpPr>
        <p:spPr>
          <a:xfrm flipH="1" flipV="1">
            <a:off x="4686480" y="456480"/>
            <a:ext cx="800280" cy="1132560"/>
          </a:xfrm>
          <a:prstGeom prst="straightConnector1">
            <a:avLst/>
          </a:prstGeom>
          <a:ln w="3816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569" name=""/>
          <p:cNvSpPr/>
          <p:nvPr/>
        </p:nvSpPr>
        <p:spPr>
          <a:xfrm>
            <a:off x="5943600" y="2286360"/>
            <a:ext cx="68544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Budget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70" name=""/>
          <p:cNvCxnSpPr>
            <a:stCxn id="569" idx="0"/>
            <a:endCxn id="566" idx="2"/>
          </p:cNvCxnSpPr>
          <p:nvPr/>
        </p:nvCxnSpPr>
        <p:spPr>
          <a:xfrm flipH="1" flipV="1">
            <a:off x="6171840" y="1708200"/>
            <a:ext cx="114840" cy="578520"/>
          </a:xfrm>
          <a:prstGeom prst="straightConnector1">
            <a:avLst/>
          </a:prstGeom>
          <a:ln w="6480">
            <a:solidFill>
              <a:srgbClr val="000000"/>
            </a:solidFill>
            <a:round/>
          </a:ln>
        </p:spPr>
      </p:cxnSp>
      <p:sp>
        <p:nvSpPr>
          <p:cNvPr id="571" name=""/>
          <p:cNvSpPr/>
          <p:nvPr/>
        </p:nvSpPr>
        <p:spPr>
          <a:xfrm>
            <a:off x="5715000" y="3646800"/>
            <a:ext cx="13708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Manages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72" name=""/>
          <p:cNvCxnSpPr>
            <a:stCxn id="569" idx="2"/>
            <a:endCxn id="571" idx="0"/>
          </p:cNvCxnSpPr>
          <p:nvPr/>
        </p:nvCxnSpPr>
        <p:spPr>
          <a:xfrm>
            <a:off x="6286320" y="2514240"/>
            <a:ext cx="114480" cy="113292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573" name=""/>
          <p:cNvCxnSpPr>
            <a:stCxn id="571" idx="1"/>
            <a:endCxn id="534" idx="2"/>
          </p:cNvCxnSpPr>
          <p:nvPr/>
        </p:nvCxnSpPr>
        <p:spPr>
          <a:xfrm rot="10800000">
            <a:off x="3905640" y="3427920"/>
            <a:ext cx="1809720" cy="338400"/>
          </a:xfrm>
          <a:prstGeom prst="curvedConnector2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574" name=""/>
          <p:cNvSpPr/>
          <p:nvPr/>
        </p:nvSpPr>
        <p:spPr>
          <a:xfrm>
            <a:off x="8229600" y="4561200"/>
            <a:ext cx="15994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Requires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75" name=""/>
          <p:cNvCxnSpPr>
            <a:stCxn id="574" idx="3"/>
            <a:endCxn id="560" idx="3"/>
          </p:cNvCxnSpPr>
          <p:nvPr/>
        </p:nvCxnSpPr>
        <p:spPr>
          <a:xfrm flipH="1">
            <a:off x="8000280" y="4680720"/>
            <a:ext cx="1829160" cy="348480"/>
          </a:xfrm>
          <a:prstGeom prst="straightConnector1">
            <a:avLst/>
          </a:prstGeom>
          <a:ln w="6480">
            <a:solidFill>
              <a:srgbClr val="000000"/>
            </a:solidFill>
            <a:round/>
          </a:ln>
        </p:spPr>
      </p:cxnSp>
      <p:sp>
        <p:nvSpPr>
          <p:cNvPr id="576" name=""/>
          <p:cNvSpPr/>
          <p:nvPr/>
        </p:nvSpPr>
        <p:spPr>
          <a:xfrm>
            <a:off x="8458560" y="3886200"/>
            <a:ext cx="9136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Certifications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77" name=""/>
          <p:cNvCxnSpPr>
            <a:stCxn id="576" idx="2"/>
            <a:endCxn id="574" idx="0"/>
          </p:cNvCxnSpPr>
          <p:nvPr/>
        </p:nvCxnSpPr>
        <p:spPr>
          <a:xfrm>
            <a:off x="8915400" y="4114080"/>
            <a:ext cx="114480" cy="4474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578" name=""/>
          <p:cNvSpPr/>
          <p:nvPr/>
        </p:nvSpPr>
        <p:spPr>
          <a:xfrm>
            <a:off x="8458560" y="3429000"/>
            <a:ext cx="15994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Holds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79" name=""/>
          <p:cNvCxnSpPr>
            <a:stCxn id="576" idx="0"/>
            <a:endCxn id="578" idx="2"/>
          </p:cNvCxnSpPr>
          <p:nvPr/>
        </p:nvCxnSpPr>
        <p:spPr>
          <a:xfrm flipV="1">
            <a:off x="8915400" y="3668040"/>
            <a:ext cx="343440" cy="21852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580" name=""/>
          <p:cNvCxnSpPr>
            <a:stCxn id="578" idx="0"/>
            <a:endCxn id="524" idx="2"/>
          </p:cNvCxnSpPr>
          <p:nvPr/>
        </p:nvCxnSpPr>
        <p:spPr>
          <a:xfrm flipV="1" rot="16200000">
            <a:off x="5486400" y="-343440"/>
            <a:ext cx="2972880" cy="4572360"/>
          </a:xfrm>
          <a:prstGeom prst="curvedConnector3">
            <a:avLst>
              <a:gd name="adj1" fmla="val 24984"/>
            </a:avLst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581" name=""/>
          <p:cNvSpPr/>
          <p:nvPr/>
        </p:nvSpPr>
        <p:spPr>
          <a:xfrm>
            <a:off x="6858000" y="4115160"/>
            <a:ext cx="91404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Reservation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82" name=""/>
          <p:cNvCxnSpPr>
            <a:stCxn id="555" idx="3"/>
            <a:endCxn id="581" idx="1"/>
          </p:cNvCxnSpPr>
          <p:nvPr/>
        </p:nvCxnSpPr>
        <p:spPr>
          <a:xfrm flipV="1">
            <a:off x="6171480" y="4229280"/>
            <a:ext cx="686880" cy="5400"/>
          </a:xfrm>
          <a:prstGeom prst="bentConnector3">
            <a:avLst>
              <a:gd name="adj1" fmla="val 50078"/>
            </a:avLst>
          </a:prstGeom>
          <a:ln w="29160">
            <a:solidFill>
              <a:srgbClr val="000000"/>
            </a:solidFill>
            <a:round/>
          </a:ln>
        </p:spPr>
      </p:cxnSp>
      <p:sp>
        <p:nvSpPr>
          <p:cNvPr id="583" name=""/>
          <p:cNvSpPr/>
          <p:nvPr/>
        </p:nvSpPr>
        <p:spPr>
          <a:xfrm>
            <a:off x="6400800" y="2743560"/>
            <a:ext cx="1599840" cy="22788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Maintainance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84" name=""/>
          <p:cNvCxnSpPr>
            <a:stCxn id="547" idx="3"/>
            <a:endCxn id="583" idx="2"/>
          </p:cNvCxnSpPr>
          <p:nvPr/>
        </p:nvCxnSpPr>
        <p:spPr>
          <a:xfrm flipV="1">
            <a:off x="4571280" y="2971440"/>
            <a:ext cx="2629800" cy="1257840"/>
          </a:xfrm>
          <a:prstGeom prst="straightConnector1">
            <a:avLst/>
          </a:prstGeom>
          <a:ln w="3816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585" name=""/>
          <p:cNvCxnSpPr>
            <a:stCxn id="529" idx="3"/>
            <a:endCxn id="583" idx="1"/>
          </p:cNvCxnSpPr>
          <p:nvPr/>
        </p:nvCxnSpPr>
        <p:spPr>
          <a:xfrm>
            <a:off x="4114080" y="1828800"/>
            <a:ext cx="2287080" cy="1029240"/>
          </a:xfrm>
          <a:prstGeom prst="curvedConnector3">
            <a:avLst>
              <a:gd name="adj1" fmla="val 100015"/>
            </a:avLst>
          </a:prstGeom>
          <a:ln w="3816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586" name=""/>
          <p:cNvSpPr/>
          <p:nvPr/>
        </p:nvSpPr>
        <p:spPr>
          <a:xfrm>
            <a:off x="7201080" y="3657600"/>
            <a:ext cx="913680" cy="4568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Can make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87" name=""/>
          <p:cNvCxnSpPr>
            <a:stCxn id="524" idx="3"/>
            <a:endCxn id="586" idx="1"/>
          </p:cNvCxnSpPr>
          <p:nvPr/>
        </p:nvCxnSpPr>
        <p:spPr>
          <a:xfrm>
            <a:off x="5028840" y="342720"/>
            <a:ext cx="2172600" cy="3543840"/>
          </a:xfrm>
          <a:prstGeom prst="curvedConnector3">
            <a:avLst>
              <a:gd name="adj1" fmla="val 50016"/>
            </a:avLst>
          </a:prstGeom>
          <a:ln w="6480">
            <a:solidFill>
              <a:srgbClr val="000000"/>
            </a:solidFill>
            <a:round/>
          </a:ln>
        </p:spPr>
      </p:cxnSp>
      <p:cxnSp>
        <p:nvCxnSpPr>
          <p:cNvPr id="588" name=""/>
          <p:cNvCxnSpPr>
            <a:stCxn id="586" idx="3"/>
            <a:endCxn id="581" idx="3"/>
          </p:cNvCxnSpPr>
          <p:nvPr/>
        </p:nvCxnSpPr>
        <p:spPr>
          <a:xfrm flipH="1">
            <a:off x="7772040" y="3886200"/>
            <a:ext cx="343080" cy="343440"/>
          </a:xfrm>
          <a:prstGeom prst="bentConnector3">
            <a:avLst>
              <a:gd name="adj1" fmla="val -52836"/>
            </a:avLst>
          </a:prstGeom>
          <a:ln w="29160">
            <a:solidFill>
              <a:srgbClr val="000000"/>
            </a:solidFill>
            <a:round/>
            <a:headEnd len="med" type="triangle" w="med"/>
          </a:ln>
        </p:spPr>
      </p:cxnSp>
      <p:sp>
        <p:nvSpPr>
          <p:cNvPr id="589" name=""/>
          <p:cNvSpPr/>
          <p:nvPr/>
        </p:nvSpPr>
        <p:spPr>
          <a:xfrm>
            <a:off x="6629400" y="3200400"/>
            <a:ext cx="1371240" cy="2282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Approves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90" name=""/>
          <p:cNvCxnSpPr>
            <a:stCxn id="524" idx="2"/>
            <a:endCxn id="589" idx="1"/>
          </p:cNvCxnSpPr>
          <p:nvPr/>
        </p:nvCxnSpPr>
        <p:spPr>
          <a:xfrm flipH="1" rot="16200000">
            <a:off x="4228920" y="913680"/>
            <a:ext cx="2858400" cy="1943280"/>
          </a:xfrm>
          <a:prstGeom prst="curvedConnector2">
            <a:avLst/>
          </a:prstGeom>
          <a:ln w="6480">
            <a:solidFill>
              <a:srgbClr val="000000"/>
            </a:solidFill>
            <a:round/>
          </a:ln>
        </p:spPr>
      </p:cxnSp>
      <p:cxnSp>
        <p:nvCxnSpPr>
          <p:cNvPr id="591" name=""/>
          <p:cNvCxnSpPr>
            <a:stCxn id="589" idx="3"/>
          </p:cNvCxnSpPr>
          <p:nvPr/>
        </p:nvCxnSpPr>
        <p:spPr>
          <a:xfrm flipH="1">
            <a:off x="7772400" y="3314520"/>
            <a:ext cx="228600" cy="915480"/>
          </a:xfrm>
          <a:prstGeom prst="bentConnector3">
            <a:avLst>
              <a:gd name="adj1" fmla="val -79337"/>
            </a:avLst>
          </a:prstGeom>
          <a:ln w="29160">
            <a:solidFill>
              <a:srgbClr val="000000"/>
            </a:solidFill>
            <a:round/>
            <a:headEnd len="med" type="triangle" w="med"/>
          </a:ln>
        </p:spPr>
      </p:cxnSp>
      <p:sp>
        <p:nvSpPr>
          <p:cNvPr id="592" name="Rectangle 26"/>
          <p:cNvSpPr/>
          <p:nvPr/>
        </p:nvSpPr>
        <p:spPr>
          <a:xfrm>
            <a:off x="685800" y="4800600"/>
            <a:ext cx="1281960" cy="228600"/>
          </a:xfrm>
          <a:prstGeom prst="rect">
            <a:avLst/>
          </a:prstGeom>
          <a:solidFill>
            <a:srgbClr val="FFFFFF"/>
          </a:solidFill>
          <a:ln w="291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2200" tIns="14400" rIns="52200" bIns="14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10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Calibration_record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Diamond 5"/>
          <p:cNvSpPr/>
          <p:nvPr/>
        </p:nvSpPr>
        <p:spPr>
          <a:xfrm>
            <a:off x="1352160" y="5257800"/>
            <a:ext cx="1391040" cy="332640"/>
          </a:xfrm>
          <a:prstGeom prst="diamond">
            <a:avLst/>
          </a:prstGeom>
          <a:solidFill>
            <a:srgbClr val="FFFFFF"/>
          </a:solidFill>
          <a:ln w="291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2200" tIns="14400" rIns="52200" bIns="14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Calibrates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94" name=""/>
          <p:cNvCxnSpPr>
            <a:stCxn id="592" idx="2"/>
            <a:endCxn id="593" idx="1"/>
          </p:cNvCxnSpPr>
          <p:nvPr/>
        </p:nvCxnSpPr>
        <p:spPr>
          <a:xfrm flipH="1" rot="16200000">
            <a:off x="1142280" y="5213880"/>
            <a:ext cx="395280" cy="25560"/>
          </a:xfrm>
          <a:prstGeom prst="bentConnector2">
            <a:avLst/>
          </a:prstGeom>
          <a:ln w="3816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595" name=""/>
          <p:cNvCxnSpPr>
            <a:stCxn id="593" idx="3"/>
            <a:endCxn id="547" idx="1"/>
          </p:cNvCxnSpPr>
          <p:nvPr/>
        </p:nvCxnSpPr>
        <p:spPr>
          <a:xfrm flipV="1">
            <a:off x="2743200" y="4228560"/>
            <a:ext cx="914760" cy="119592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596" name=""/>
          <p:cNvSpPr/>
          <p:nvPr/>
        </p:nvSpPr>
        <p:spPr>
          <a:xfrm>
            <a:off x="686160" y="4354920"/>
            <a:ext cx="914040" cy="217080"/>
          </a:xfrm>
          <a:prstGeom prst="rect">
            <a:avLst/>
          </a:prstGeom>
          <a:solidFill>
            <a:srgbClr val="FFFFFF"/>
          </a:solidFill>
          <a:ln w="25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3520" tIns="38520" rIns="83520" bIns="38520" anchor="ctr" anchorCtr="1">
            <a:noAutofit/>
          </a:bodyPr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Laboratory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97" name=""/>
          <p:cNvCxnSpPr>
            <a:stCxn id="596" idx="0"/>
            <a:endCxn id="531" idx="2"/>
          </p:cNvCxnSpPr>
          <p:nvPr/>
        </p:nvCxnSpPr>
        <p:spPr>
          <a:xfrm flipV="1">
            <a:off x="1143360" y="2971080"/>
            <a:ext cx="914040" cy="138420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cxnSp>
        <p:nvCxnSpPr>
          <p:cNvPr id="598" name=""/>
          <p:cNvCxnSpPr>
            <a:stCxn id="596" idx="0"/>
          </p:cNvCxnSpPr>
          <p:nvPr/>
        </p:nvCxnSpPr>
        <p:spPr>
          <a:xfrm flipV="1">
            <a:off x="1143360" y="3885480"/>
            <a:ext cx="1599840" cy="46980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cxnSp>
        <p:nvCxnSpPr>
          <p:cNvPr id="599" name=""/>
          <p:cNvCxnSpPr>
            <a:stCxn id="596" idx="3"/>
            <a:endCxn id="546" idx="1"/>
          </p:cNvCxnSpPr>
          <p:nvPr/>
        </p:nvCxnSpPr>
        <p:spPr>
          <a:xfrm flipV="1">
            <a:off x="1600200" y="4452480"/>
            <a:ext cx="686160" cy="11520"/>
          </a:xfrm>
          <a:prstGeom prst="straightConnector1">
            <a:avLst/>
          </a:prstGeom>
          <a:ln w="6480">
            <a:solidFill>
              <a:srgbClr val="000000"/>
            </a:solidFill>
            <a:round/>
          </a:ln>
        </p:spPr>
      </p:cxnSp>
      <p:sp>
        <p:nvSpPr>
          <p:cNvPr id="600" name=""/>
          <p:cNvSpPr/>
          <p:nvPr/>
        </p:nvSpPr>
        <p:spPr>
          <a:xfrm>
            <a:off x="457200" y="2983320"/>
            <a:ext cx="1143000" cy="217080"/>
          </a:xfrm>
          <a:prstGeom prst="rect">
            <a:avLst/>
          </a:prstGeom>
          <a:solidFill>
            <a:srgbClr val="FFFFFF"/>
          </a:solidFill>
          <a:ln w="25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3520" tIns="38520" rIns="83520" bIns="38520" anchor="ctr" anchorCtr="1">
            <a:noAutofit/>
          </a:bodyPr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Consummable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"/>
          <p:cNvSpPr/>
          <p:nvPr/>
        </p:nvSpPr>
        <p:spPr>
          <a:xfrm>
            <a:off x="0" y="3875760"/>
            <a:ext cx="9136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Host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02" name=""/>
          <p:cNvCxnSpPr>
            <a:stCxn id="601" idx="2"/>
            <a:endCxn id="596" idx="1"/>
          </p:cNvCxnSpPr>
          <p:nvPr/>
        </p:nvCxnSpPr>
        <p:spPr>
          <a:xfrm flipH="1" rot="16200000">
            <a:off x="397080" y="4174200"/>
            <a:ext cx="349200" cy="229680"/>
          </a:xfrm>
          <a:prstGeom prst="curvedConnector2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603" name=""/>
          <p:cNvCxnSpPr>
            <a:stCxn id="543" idx="1"/>
            <a:endCxn id="601" idx="0"/>
          </p:cNvCxnSpPr>
          <p:nvPr/>
        </p:nvCxnSpPr>
        <p:spPr>
          <a:xfrm flipH="1" flipV="1" rot="10800000">
            <a:off x="228600" y="2622960"/>
            <a:ext cx="228600" cy="1252800"/>
          </a:xfrm>
          <a:prstGeom prst="curvedConnector4">
            <a:avLst>
              <a:gd name="adj1" fmla="val -87223"/>
              <a:gd name="adj2" fmla="val 52716"/>
            </a:avLst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604" name=""/>
          <p:cNvCxnSpPr>
            <a:stCxn id="600" idx="2"/>
            <a:endCxn id="601" idx="0"/>
          </p:cNvCxnSpPr>
          <p:nvPr/>
        </p:nvCxnSpPr>
        <p:spPr>
          <a:xfrm rot="5400000">
            <a:off x="405000" y="3252240"/>
            <a:ext cx="675720" cy="572400"/>
          </a:xfrm>
          <a:prstGeom prst="curvedConnector3">
            <a:avLst>
              <a:gd name="adj1" fmla="val 25000"/>
            </a:avLst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605" name=""/>
          <p:cNvSpPr/>
          <p:nvPr/>
        </p:nvSpPr>
        <p:spPr>
          <a:xfrm>
            <a:off x="456840" y="3647160"/>
            <a:ext cx="11422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Stocks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06" name=""/>
          <p:cNvCxnSpPr>
            <a:stCxn id="605" idx="2"/>
            <a:endCxn id="596" idx="0"/>
          </p:cNvCxnSpPr>
          <p:nvPr/>
        </p:nvCxnSpPr>
        <p:spPr>
          <a:xfrm flipH="1" rot="16200000">
            <a:off x="851400" y="4062960"/>
            <a:ext cx="469080" cy="115560"/>
          </a:xfrm>
          <a:prstGeom prst="curvedConnector3">
            <a:avLst>
              <a:gd name="adj1" fmla="val 25038"/>
            </a:avLst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607" name=""/>
          <p:cNvCxnSpPr>
            <a:endCxn id="605" idx="0"/>
          </p:cNvCxnSpPr>
          <p:nvPr/>
        </p:nvCxnSpPr>
        <p:spPr>
          <a:xfrm rot="5400000">
            <a:off x="804960" y="3423240"/>
            <a:ext cx="447120" cy="1080"/>
          </a:xfrm>
          <a:prstGeom prst="curvedConnector3">
            <a:avLst>
              <a:gd name="adj1" fmla="val 100000"/>
            </a:avLst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"/>
          <p:cNvSpPr/>
          <p:nvPr/>
        </p:nvSpPr>
        <p:spPr>
          <a:xfrm>
            <a:off x="4343760" y="228600"/>
            <a:ext cx="6850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Person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"/>
          <p:cNvSpPr/>
          <p:nvPr/>
        </p:nvSpPr>
        <p:spPr>
          <a:xfrm>
            <a:off x="2971800" y="1143000"/>
            <a:ext cx="685080" cy="22788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Isa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10" name=""/>
          <p:cNvCxnSpPr>
            <a:stCxn id="608" idx="1"/>
            <a:endCxn id="609" idx="0"/>
          </p:cNvCxnSpPr>
          <p:nvPr/>
        </p:nvCxnSpPr>
        <p:spPr>
          <a:xfrm flipH="1">
            <a:off x="3314520" y="342720"/>
            <a:ext cx="1029600" cy="80064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611" name=""/>
          <p:cNvSpPr/>
          <p:nvPr/>
        </p:nvSpPr>
        <p:spPr>
          <a:xfrm>
            <a:off x="2534400" y="1828800"/>
            <a:ext cx="6850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Student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12" name=""/>
          <p:cNvCxnSpPr>
            <a:stCxn id="611" idx="0"/>
            <a:endCxn id="609" idx="2"/>
          </p:cNvCxnSpPr>
          <p:nvPr/>
        </p:nvCxnSpPr>
        <p:spPr>
          <a:xfrm flipV="1">
            <a:off x="2877120" y="1370880"/>
            <a:ext cx="9504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613" name=""/>
          <p:cNvSpPr/>
          <p:nvPr/>
        </p:nvSpPr>
        <p:spPr>
          <a:xfrm>
            <a:off x="3429000" y="1714680"/>
            <a:ext cx="6850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Employe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14" name=""/>
          <p:cNvCxnSpPr>
            <a:stCxn id="613" idx="0"/>
            <a:endCxn id="609" idx="4"/>
          </p:cNvCxnSpPr>
          <p:nvPr/>
        </p:nvCxnSpPr>
        <p:spPr>
          <a:xfrm flipH="1" flipV="1">
            <a:off x="3656880" y="1370880"/>
            <a:ext cx="115200" cy="34416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615" name=""/>
          <p:cNvSpPr/>
          <p:nvPr/>
        </p:nvSpPr>
        <p:spPr>
          <a:xfrm>
            <a:off x="1371600" y="2514600"/>
            <a:ext cx="1370880" cy="45648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Supervised_By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"/>
          <p:cNvSpPr/>
          <p:nvPr/>
        </p:nvSpPr>
        <p:spPr>
          <a:xfrm>
            <a:off x="3657600" y="2514600"/>
            <a:ext cx="685080" cy="22788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Isa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17" name=""/>
          <p:cNvCxnSpPr>
            <a:stCxn id="613" idx="2"/>
            <a:endCxn id="616" idx="0"/>
          </p:cNvCxnSpPr>
          <p:nvPr/>
        </p:nvCxnSpPr>
        <p:spPr>
          <a:xfrm>
            <a:off x="3771720" y="1942560"/>
            <a:ext cx="228960" cy="57240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618" name=""/>
          <p:cNvSpPr/>
          <p:nvPr/>
        </p:nvSpPr>
        <p:spPr>
          <a:xfrm>
            <a:off x="3448800" y="3200400"/>
            <a:ext cx="9136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Academic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19" name=""/>
          <p:cNvCxnSpPr>
            <a:stCxn id="618" idx="0"/>
            <a:endCxn id="616" idx="2"/>
          </p:cNvCxnSpPr>
          <p:nvPr/>
        </p:nvCxnSpPr>
        <p:spPr>
          <a:xfrm flipH="1" flipV="1">
            <a:off x="3657600" y="2742480"/>
            <a:ext cx="24840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620" name=""/>
          <p:cNvSpPr/>
          <p:nvPr/>
        </p:nvSpPr>
        <p:spPr>
          <a:xfrm>
            <a:off x="4800600" y="3200400"/>
            <a:ext cx="11422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Non Academic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21" name=""/>
          <p:cNvCxnSpPr>
            <a:stCxn id="620" idx="0"/>
            <a:endCxn id="616" idx="4"/>
          </p:cNvCxnSpPr>
          <p:nvPr/>
        </p:nvCxnSpPr>
        <p:spPr>
          <a:xfrm flipH="1" flipV="1">
            <a:off x="4342680" y="2742480"/>
            <a:ext cx="102960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622" name=""/>
          <p:cNvCxnSpPr>
            <a:stCxn id="615" idx="0"/>
            <a:endCxn id="611" idx="2"/>
          </p:cNvCxnSpPr>
          <p:nvPr/>
        </p:nvCxnSpPr>
        <p:spPr>
          <a:xfrm flipV="1">
            <a:off x="2057040" y="2056680"/>
            <a:ext cx="820440" cy="45828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cxnSp>
        <p:nvCxnSpPr>
          <p:cNvPr id="623" name=""/>
          <p:cNvCxnSpPr>
            <a:stCxn id="615" idx="2"/>
            <a:endCxn id="618" idx="1"/>
          </p:cNvCxnSpPr>
          <p:nvPr/>
        </p:nvCxnSpPr>
        <p:spPr>
          <a:xfrm>
            <a:off x="2057040" y="2971080"/>
            <a:ext cx="1392120" cy="34380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sp>
        <p:nvSpPr>
          <p:cNvPr id="624" name=""/>
          <p:cNvSpPr/>
          <p:nvPr/>
        </p:nvSpPr>
        <p:spPr>
          <a:xfrm>
            <a:off x="4552560" y="2457360"/>
            <a:ext cx="1142280" cy="28512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Reports_To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25" name=""/>
          <p:cNvCxnSpPr>
            <a:stCxn id="613" idx="3"/>
            <a:endCxn id="624" idx="1"/>
          </p:cNvCxnSpPr>
          <p:nvPr/>
        </p:nvCxnSpPr>
        <p:spPr>
          <a:xfrm>
            <a:off x="4114080" y="1828800"/>
            <a:ext cx="438840" cy="771480"/>
          </a:xfrm>
          <a:prstGeom prst="straightConnector1">
            <a:avLst/>
          </a:prstGeom>
          <a:ln w="3816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626" name=""/>
          <p:cNvCxnSpPr>
            <a:stCxn id="624" idx="2"/>
            <a:endCxn id="624" idx="3"/>
          </p:cNvCxnSpPr>
          <p:nvPr/>
        </p:nvCxnSpPr>
        <p:spPr>
          <a:xfrm flipH="1" flipV="1" rot="5400000">
            <a:off x="5338080" y="2385720"/>
            <a:ext cx="142920" cy="571320"/>
          </a:xfrm>
          <a:prstGeom prst="curvedConnector4">
            <a:avLst>
              <a:gd name="adj1" fmla="val -153787"/>
              <a:gd name="adj2" fmla="val 136885"/>
            </a:avLst>
          </a:prstGeom>
          <a:ln w="38160">
            <a:solidFill>
              <a:srgbClr val="000000"/>
            </a:solidFill>
            <a:round/>
            <a:headEnd len="med" type="triangle" w="med"/>
            <a:tailEnd len="med" type="triangle" w="med"/>
          </a:ln>
        </p:spPr>
      </p:cxnSp>
      <p:sp>
        <p:nvSpPr>
          <p:cNvPr id="627" name=""/>
          <p:cNvSpPr/>
          <p:nvPr/>
        </p:nvSpPr>
        <p:spPr>
          <a:xfrm>
            <a:off x="1143360" y="2068920"/>
            <a:ext cx="914040" cy="217080"/>
          </a:xfrm>
          <a:prstGeom prst="rect">
            <a:avLst/>
          </a:prstGeom>
          <a:solidFill>
            <a:srgbClr val="FFFFFF"/>
          </a:solidFill>
          <a:ln w="25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3520" tIns="38520" rIns="83520" bIns="38520" anchor="ctr" anchorCtr="1">
            <a:noAutofit/>
          </a:bodyPr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Supplier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8" name=""/>
          <p:cNvSpPr/>
          <p:nvPr/>
        </p:nvSpPr>
        <p:spPr>
          <a:xfrm>
            <a:off x="2057400" y="3429000"/>
            <a:ext cx="1370880" cy="45648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Attached_to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29" name=""/>
          <p:cNvCxnSpPr>
            <a:stCxn id="608" idx="2"/>
            <a:endCxn id="628" idx="0"/>
          </p:cNvCxnSpPr>
          <p:nvPr/>
        </p:nvCxnSpPr>
        <p:spPr>
          <a:xfrm rot="5400000">
            <a:off x="2228040" y="970920"/>
            <a:ext cx="2972880" cy="1944000"/>
          </a:xfrm>
          <a:prstGeom prst="curvedConnector3">
            <a:avLst>
              <a:gd name="adj1" fmla="val 26946"/>
            </a:avLst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630" name=""/>
          <p:cNvSpPr/>
          <p:nvPr/>
        </p:nvSpPr>
        <p:spPr>
          <a:xfrm>
            <a:off x="2286000" y="4332960"/>
            <a:ext cx="9136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Host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"/>
          <p:cNvSpPr/>
          <p:nvPr/>
        </p:nvSpPr>
        <p:spPr>
          <a:xfrm>
            <a:off x="3657600" y="4114800"/>
            <a:ext cx="9136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Equipement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32" name=""/>
          <p:cNvCxnSpPr>
            <a:stCxn id="630" idx="3"/>
            <a:endCxn id="631" idx="1"/>
          </p:cNvCxnSpPr>
          <p:nvPr/>
        </p:nvCxnSpPr>
        <p:spPr>
          <a:xfrm flipV="1">
            <a:off x="3199680" y="4228920"/>
            <a:ext cx="458280" cy="223920"/>
          </a:xfrm>
          <a:prstGeom prst="straightConnector1">
            <a:avLst/>
          </a:prstGeom>
          <a:ln w="6480">
            <a:solidFill>
              <a:srgbClr val="000000"/>
            </a:solidFill>
            <a:round/>
          </a:ln>
        </p:spPr>
      </p:cxnSp>
      <p:sp>
        <p:nvSpPr>
          <p:cNvPr id="633" name=""/>
          <p:cNvSpPr/>
          <p:nvPr/>
        </p:nvSpPr>
        <p:spPr>
          <a:xfrm>
            <a:off x="3886200" y="4572000"/>
            <a:ext cx="685080" cy="22788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Isa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34" name=""/>
          <p:cNvCxnSpPr>
            <a:stCxn id="631" idx="2"/>
            <a:endCxn id="633" idx="0"/>
          </p:cNvCxnSpPr>
          <p:nvPr/>
        </p:nvCxnSpPr>
        <p:spPr>
          <a:xfrm>
            <a:off x="4114440" y="4342680"/>
            <a:ext cx="114840" cy="2296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635" name=""/>
          <p:cNvSpPr/>
          <p:nvPr/>
        </p:nvSpPr>
        <p:spPr>
          <a:xfrm>
            <a:off x="3200400" y="5029200"/>
            <a:ext cx="9136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Portable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36" name=""/>
          <p:cNvCxnSpPr>
            <a:stCxn id="635" idx="0"/>
            <a:endCxn id="633" idx="3"/>
          </p:cNvCxnSpPr>
          <p:nvPr/>
        </p:nvCxnSpPr>
        <p:spPr>
          <a:xfrm flipV="1">
            <a:off x="3657240" y="4799880"/>
            <a:ext cx="572040" cy="2296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637" name=""/>
          <p:cNvSpPr/>
          <p:nvPr/>
        </p:nvSpPr>
        <p:spPr>
          <a:xfrm>
            <a:off x="4343400" y="5029200"/>
            <a:ext cx="9136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Fixed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38" name=""/>
          <p:cNvCxnSpPr>
            <a:stCxn id="637" idx="0"/>
          </p:cNvCxnSpPr>
          <p:nvPr/>
        </p:nvCxnSpPr>
        <p:spPr>
          <a:xfrm flipH="1" flipV="1">
            <a:off x="4229280" y="4800600"/>
            <a:ext cx="571320" cy="22896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639" name=""/>
          <p:cNvSpPr/>
          <p:nvPr/>
        </p:nvSpPr>
        <p:spPr>
          <a:xfrm>
            <a:off x="5257800" y="4114800"/>
            <a:ext cx="9136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Use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40" name=""/>
          <p:cNvCxnSpPr>
            <a:stCxn id="631" idx="3"/>
            <a:endCxn id="639" idx="1"/>
          </p:cNvCxnSpPr>
          <p:nvPr/>
        </p:nvCxnSpPr>
        <p:spPr>
          <a:xfrm>
            <a:off x="4571280" y="4228920"/>
            <a:ext cx="686880" cy="5760"/>
          </a:xfrm>
          <a:prstGeom prst="straightConnector1">
            <a:avLst/>
          </a:prstGeom>
          <a:ln w="100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641" name=""/>
          <p:cNvCxnSpPr>
            <a:stCxn id="608" idx="2"/>
            <a:endCxn id="639" idx="0"/>
          </p:cNvCxnSpPr>
          <p:nvPr/>
        </p:nvCxnSpPr>
        <p:spPr>
          <a:xfrm flipH="1" rot="16200000">
            <a:off x="3371400" y="1771560"/>
            <a:ext cx="3658680" cy="1028520"/>
          </a:xfrm>
          <a:prstGeom prst="curvedConnector3">
            <a:avLst>
              <a:gd name="adj1" fmla="val 91970"/>
            </a:avLst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642" name=""/>
          <p:cNvSpPr/>
          <p:nvPr/>
        </p:nvSpPr>
        <p:spPr>
          <a:xfrm>
            <a:off x="5029200" y="4560840"/>
            <a:ext cx="15994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Correspond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43" name=""/>
          <p:cNvCxnSpPr>
            <a:stCxn id="631" idx="3"/>
            <a:endCxn id="642" idx="1"/>
          </p:cNvCxnSpPr>
          <p:nvPr/>
        </p:nvCxnSpPr>
        <p:spPr>
          <a:xfrm>
            <a:off x="4571280" y="4228920"/>
            <a:ext cx="458280" cy="451800"/>
          </a:xfrm>
          <a:prstGeom prst="straightConnector1">
            <a:avLst/>
          </a:prstGeom>
          <a:ln w="100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644" name=""/>
          <p:cNvSpPr/>
          <p:nvPr/>
        </p:nvSpPr>
        <p:spPr>
          <a:xfrm>
            <a:off x="7086600" y="4800600"/>
            <a:ext cx="913680" cy="4564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Equipement Model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45" name=""/>
          <p:cNvCxnSpPr>
            <a:stCxn id="642" idx="3"/>
            <a:endCxn id="644" idx="1"/>
          </p:cNvCxnSpPr>
          <p:nvPr/>
        </p:nvCxnSpPr>
        <p:spPr>
          <a:xfrm>
            <a:off x="6628680" y="4680360"/>
            <a:ext cx="458280" cy="34884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646" name=""/>
          <p:cNvSpPr/>
          <p:nvPr/>
        </p:nvSpPr>
        <p:spPr>
          <a:xfrm>
            <a:off x="7315200" y="1143000"/>
            <a:ext cx="6850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Projects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7" name=""/>
          <p:cNvSpPr/>
          <p:nvPr/>
        </p:nvSpPr>
        <p:spPr>
          <a:xfrm>
            <a:off x="5257800" y="903240"/>
            <a:ext cx="13708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Contribut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48" name=""/>
          <p:cNvCxnSpPr>
            <a:stCxn id="646" idx="1"/>
            <a:endCxn id="647" idx="3"/>
          </p:cNvCxnSpPr>
          <p:nvPr/>
        </p:nvCxnSpPr>
        <p:spPr>
          <a:xfrm flipH="1" flipV="1">
            <a:off x="6628680" y="1022760"/>
            <a:ext cx="686880" cy="23472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cxnSp>
        <p:nvCxnSpPr>
          <p:cNvPr id="649" name=""/>
          <p:cNvCxnSpPr>
            <a:stCxn id="647" idx="1"/>
            <a:endCxn id="608" idx="3"/>
          </p:cNvCxnSpPr>
          <p:nvPr/>
        </p:nvCxnSpPr>
        <p:spPr>
          <a:xfrm flipH="1" flipV="1">
            <a:off x="5028840" y="342720"/>
            <a:ext cx="229320" cy="68040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650" name=""/>
          <p:cNvSpPr/>
          <p:nvPr/>
        </p:nvSpPr>
        <p:spPr>
          <a:xfrm>
            <a:off x="5486400" y="1469160"/>
            <a:ext cx="13708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Funds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51" name=""/>
          <p:cNvCxnSpPr>
            <a:stCxn id="646" idx="1"/>
            <a:endCxn id="650" idx="3"/>
          </p:cNvCxnSpPr>
          <p:nvPr/>
        </p:nvCxnSpPr>
        <p:spPr>
          <a:xfrm flipH="1">
            <a:off x="6857280" y="1257120"/>
            <a:ext cx="458280" cy="33192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cxnSp>
        <p:nvCxnSpPr>
          <p:cNvPr id="652" name=""/>
          <p:cNvCxnSpPr>
            <a:stCxn id="650" idx="1"/>
            <a:endCxn id="608" idx="2"/>
          </p:cNvCxnSpPr>
          <p:nvPr/>
        </p:nvCxnSpPr>
        <p:spPr>
          <a:xfrm flipH="1" flipV="1">
            <a:off x="4686480" y="456480"/>
            <a:ext cx="800280" cy="1132560"/>
          </a:xfrm>
          <a:prstGeom prst="straightConnector1">
            <a:avLst/>
          </a:prstGeom>
          <a:ln w="3816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653" name=""/>
          <p:cNvSpPr/>
          <p:nvPr/>
        </p:nvSpPr>
        <p:spPr>
          <a:xfrm>
            <a:off x="6629760" y="2058120"/>
            <a:ext cx="68544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Budget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54" name=""/>
          <p:cNvCxnSpPr>
            <a:stCxn id="653" idx="0"/>
            <a:endCxn id="650" idx="2"/>
          </p:cNvCxnSpPr>
          <p:nvPr/>
        </p:nvCxnSpPr>
        <p:spPr>
          <a:xfrm flipH="1" flipV="1">
            <a:off x="6171840" y="1708200"/>
            <a:ext cx="801000" cy="350280"/>
          </a:xfrm>
          <a:prstGeom prst="straightConnector1">
            <a:avLst/>
          </a:prstGeom>
          <a:ln w="6480">
            <a:solidFill>
              <a:srgbClr val="000000"/>
            </a:solidFill>
            <a:round/>
          </a:ln>
        </p:spPr>
      </p:cxnSp>
      <p:sp>
        <p:nvSpPr>
          <p:cNvPr id="655" name=""/>
          <p:cNvSpPr/>
          <p:nvPr/>
        </p:nvSpPr>
        <p:spPr>
          <a:xfrm>
            <a:off x="5715000" y="3646800"/>
            <a:ext cx="13708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Manages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56" name=""/>
          <p:cNvCxnSpPr>
            <a:stCxn id="653" idx="2"/>
            <a:endCxn id="655" idx="0"/>
          </p:cNvCxnSpPr>
          <p:nvPr/>
        </p:nvCxnSpPr>
        <p:spPr>
          <a:xfrm flipH="1">
            <a:off x="6400440" y="2286000"/>
            <a:ext cx="572400" cy="136116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657" name=""/>
          <p:cNvCxnSpPr>
            <a:stCxn id="655" idx="1"/>
            <a:endCxn id="618" idx="2"/>
          </p:cNvCxnSpPr>
          <p:nvPr/>
        </p:nvCxnSpPr>
        <p:spPr>
          <a:xfrm rot="10800000">
            <a:off x="3905640" y="3427920"/>
            <a:ext cx="1809720" cy="338400"/>
          </a:xfrm>
          <a:prstGeom prst="curvedConnector2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658" name=""/>
          <p:cNvSpPr/>
          <p:nvPr/>
        </p:nvSpPr>
        <p:spPr>
          <a:xfrm>
            <a:off x="8229600" y="4561200"/>
            <a:ext cx="15994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Requires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59" name=""/>
          <p:cNvCxnSpPr>
            <a:stCxn id="658" idx="3"/>
            <a:endCxn id="644" idx="3"/>
          </p:cNvCxnSpPr>
          <p:nvPr/>
        </p:nvCxnSpPr>
        <p:spPr>
          <a:xfrm flipH="1">
            <a:off x="8000280" y="4680720"/>
            <a:ext cx="1829160" cy="348480"/>
          </a:xfrm>
          <a:prstGeom prst="straightConnector1">
            <a:avLst/>
          </a:prstGeom>
          <a:ln w="6480">
            <a:solidFill>
              <a:srgbClr val="000000"/>
            </a:solidFill>
            <a:round/>
          </a:ln>
        </p:spPr>
      </p:cxnSp>
      <p:sp>
        <p:nvSpPr>
          <p:cNvPr id="660" name=""/>
          <p:cNvSpPr/>
          <p:nvPr/>
        </p:nvSpPr>
        <p:spPr>
          <a:xfrm>
            <a:off x="8458560" y="3886200"/>
            <a:ext cx="91368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Certifications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61" name=""/>
          <p:cNvCxnSpPr>
            <a:stCxn id="660" idx="2"/>
            <a:endCxn id="658" idx="0"/>
          </p:cNvCxnSpPr>
          <p:nvPr/>
        </p:nvCxnSpPr>
        <p:spPr>
          <a:xfrm>
            <a:off x="8915400" y="4114080"/>
            <a:ext cx="114480" cy="4474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662" name=""/>
          <p:cNvSpPr/>
          <p:nvPr/>
        </p:nvSpPr>
        <p:spPr>
          <a:xfrm>
            <a:off x="8458560" y="3429000"/>
            <a:ext cx="15994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Holds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63" name=""/>
          <p:cNvCxnSpPr>
            <a:stCxn id="660" idx="0"/>
            <a:endCxn id="662" idx="2"/>
          </p:cNvCxnSpPr>
          <p:nvPr/>
        </p:nvCxnSpPr>
        <p:spPr>
          <a:xfrm flipV="1">
            <a:off x="8915400" y="3668040"/>
            <a:ext cx="343440" cy="21852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664" name=""/>
          <p:cNvCxnSpPr>
            <a:stCxn id="662" idx="0"/>
            <a:endCxn id="608" idx="2"/>
          </p:cNvCxnSpPr>
          <p:nvPr/>
        </p:nvCxnSpPr>
        <p:spPr>
          <a:xfrm flipV="1" rot="16200000">
            <a:off x="5486400" y="-343440"/>
            <a:ext cx="2972880" cy="4572360"/>
          </a:xfrm>
          <a:prstGeom prst="curvedConnector3">
            <a:avLst>
              <a:gd name="adj1" fmla="val 24984"/>
            </a:avLst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665" name=""/>
          <p:cNvSpPr/>
          <p:nvPr/>
        </p:nvSpPr>
        <p:spPr>
          <a:xfrm>
            <a:off x="6858000" y="4115160"/>
            <a:ext cx="914040" cy="2278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Reservation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66" name=""/>
          <p:cNvCxnSpPr>
            <a:stCxn id="639" idx="3"/>
            <a:endCxn id="665" idx="1"/>
          </p:cNvCxnSpPr>
          <p:nvPr/>
        </p:nvCxnSpPr>
        <p:spPr>
          <a:xfrm flipV="1">
            <a:off x="6171480" y="4229280"/>
            <a:ext cx="686880" cy="5400"/>
          </a:xfrm>
          <a:prstGeom prst="bentConnector3">
            <a:avLst>
              <a:gd name="adj1" fmla="val 50078"/>
            </a:avLst>
          </a:prstGeom>
          <a:ln w="29160">
            <a:solidFill>
              <a:srgbClr val="000000"/>
            </a:solidFill>
            <a:round/>
          </a:ln>
        </p:spPr>
      </p:cxnSp>
      <p:sp>
        <p:nvSpPr>
          <p:cNvPr id="667" name=""/>
          <p:cNvSpPr/>
          <p:nvPr/>
        </p:nvSpPr>
        <p:spPr>
          <a:xfrm>
            <a:off x="6400800" y="2743560"/>
            <a:ext cx="1599840" cy="22788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Maintainance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68" name=""/>
          <p:cNvCxnSpPr>
            <a:stCxn id="631" idx="3"/>
            <a:endCxn id="667" idx="2"/>
          </p:cNvCxnSpPr>
          <p:nvPr/>
        </p:nvCxnSpPr>
        <p:spPr>
          <a:xfrm flipV="1">
            <a:off x="4571280" y="2971440"/>
            <a:ext cx="2629800" cy="1257840"/>
          </a:xfrm>
          <a:prstGeom prst="straightConnector1">
            <a:avLst/>
          </a:prstGeom>
          <a:ln w="3816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669" name=""/>
          <p:cNvCxnSpPr>
            <a:stCxn id="613" idx="3"/>
            <a:endCxn id="667" idx="1"/>
          </p:cNvCxnSpPr>
          <p:nvPr/>
        </p:nvCxnSpPr>
        <p:spPr>
          <a:xfrm>
            <a:off x="4114080" y="1828800"/>
            <a:ext cx="2287080" cy="1029240"/>
          </a:xfrm>
          <a:prstGeom prst="curvedConnector3">
            <a:avLst>
              <a:gd name="adj1" fmla="val 100015"/>
            </a:avLst>
          </a:prstGeom>
          <a:ln w="3816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670" name=""/>
          <p:cNvSpPr/>
          <p:nvPr/>
        </p:nvSpPr>
        <p:spPr>
          <a:xfrm>
            <a:off x="7201080" y="3657600"/>
            <a:ext cx="913680" cy="4568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Can make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71" name=""/>
          <p:cNvCxnSpPr>
            <a:stCxn id="608" idx="3"/>
            <a:endCxn id="670" idx="1"/>
          </p:cNvCxnSpPr>
          <p:nvPr/>
        </p:nvCxnSpPr>
        <p:spPr>
          <a:xfrm>
            <a:off x="5028840" y="342720"/>
            <a:ext cx="2172600" cy="3543840"/>
          </a:xfrm>
          <a:prstGeom prst="curvedConnector3">
            <a:avLst>
              <a:gd name="adj1" fmla="val 50016"/>
            </a:avLst>
          </a:prstGeom>
          <a:ln w="6480">
            <a:solidFill>
              <a:srgbClr val="000000"/>
            </a:solidFill>
            <a:round/>
          </a:ln>
        </p:spPr>
      </p:cxnSp>
      <p:cxnSp>
        <p:nvCxnSpPr>
          <p:cNvPr id="672" name=""/>
          <p:cNvCxnSpPr>
            <a:stCxn id="670" idx="3"/>
            <a:endCxn id="665" idx="3"/>
          </p:cNvCxnSpPr>
          <p:nvPr/>
        </p:nvCxnSpPr>
        <p:spPr>
          <a:xfrm flipH="1">
            <a:off x="7772040" y="3886200"/>
            <a:ext cx="343080" cy="343440"/>
          </a:xfrm>
          <a:prstGeom prst="bentConnector3">
            <a:avLst>
              <a:gd name="adj1" fmla="val -52836"/>
            </a:avLst>
          </a:prstGeom>
          <a:ln w="29160">
            <a:solidFill>
              <a:srgbClr val="000000"/>
            </a:solidFill>
            <a:round/>
            <a:headEnd len="med" type="triangle" w="med"/>
          </a:ln>
        </p:spPr>
      </p:cxnSp>
      <p:sp>
        <p:nvSpPr>
          <p:cNvPr id="673" name=""/>
          <p:cNvSpPr/>
          <p:nvPr/>
        </p:nvSpPr>
        <p:spPr>
          <a:xfrm>
            <a:off x="6629400" y="3200400"/>
            <a:ext cx="1371240" cy="2282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Approves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74" name=""/>
          <p:cNvCxnSpPr>
            <a:stCxn id="608" idx="2"/>
            <a:endCxn id="673" idx="1"/>
          </p:cNvCxnSpPr>
          <p:nvPr/>
        </p:nvCxnSpPr>
        <p:spPr>
          <a:xfrm flipH="1" rot="16200000">
            <a:off x="4228920" y="913680"/>
            <a:ext cx="2858400" cy="1943280"/>
          </a:xfrm>
          <a:prstGeom prst="curvedConnector2">
            <a:avLst/>
          </a:prstGeom>
          <a:ln w="6480">
            <a:solidFill>
              <a:srgbClr val="000000"/>
            </a:solidFill>
            <a:round/>
          </a:ln>
        </p:spPr>
      </p:cxnSp>
      <p:cxnSp>
        <p:nvCxnSpPr>
          <p:cNvPr id="675" name=""/>
          <p:cNvCxnSpPr>
            <a:stCxn id="673" idx="3"/>
          </p:cNvCxnSpPr>
          <p:nvPr/>
        </p:nvCxnSpPr>
        <p:spPr>
          <a:xfrm flipH="1">
            <a:off x="7772400" y="3314520"/>
            <a:ext cx="228600" cy="915480"/>
          </a:xfrm>
          <a:prstGeom prst="bentConnector3">
            <a:avLst>
              <a:gd name="adj1" fmla="val -79337"/>
            </a:avLst>
          </a:prstGeom>
          <a:ln w="29160">
            <a:solidFill>
              <a:srgbClr val="000000"/>
            </a:solidFill>
            <a:round/>
            <a:headEnd len="med" type="triangle" w="med"/>
          </a:ln>
        </p:spPr>
      </p:cxnSp>
      <p:sp>
        <p:nvSpPr>
          <p:cNvPr id="676" name="Rectangle 27"/>
          <p:cNvSpPr/>
          <p:nvPr/>
        </p:nvSpPr>
        <p:spPr>
          <a:xfrm>
            <a:off x="685800" y="4800600"/>
            <a:ext cx="1281960" cy="228600"/>
          </a:xfrm>
          <a:prstGeom prst="rect">
            <a:avLst/>
          </a:prstGeom>
          <a:solidFill>
            <a:srgbClr val="FFFFFF"/>
          </a:solidFill>
          <a:ln w="291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2200" tIns="14400" rIns="52200" bIns="14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10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Calibration_record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7" name="Diamond 5"/>
          <p:cNvSpPr/>
          <p:nvPr/>
        </p:nvSpPr>
        <p:spPr>
          <a:xfrm>
            <a:off x="1352160" y="5257800"/>
            <a:ext cx="1391040" cy="332640"/>
          </a:xfrm>
          <a:prstGeom prst="diamond">
            <a:avLst/>
          </a:prstGeom>
          <a:solidFill>
            <a:srgbClr val="FFFFFF"/>
          </a:solidFill>
          <a:ln w="291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2200" tIns="14400" rIns="52200" bIns="14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Calibrates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78" name=""/>
          <p:cNvCxnSpPr>
            <a:stCxn id="676" idx="2"/>
            <a:endCxn id="677" idx="1"/>
          </p:cNvCxnSpPr>
          <p:nvPr/>
        </p:nvCxnSpPr>
        <p:spPr>
          <a:xfrm flipH="1" rot="16200000">
            <a:off x="1142280" y="5213880"/>
            <a:ext cx="395280" cy="25560"/>
          </a:xfrm>
          <a:prstGeom prst="bentConnector2">
            <a:avLst/>
          </a:prstGeom>
          <a:ln w="3816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679" name=""/>
          <p:cNvCxnSpPr>
            <a:stCxn id="677" idx="3"/>
            <a:endCxn id="631" idx="1"/>
          </p:cNvCxnSpPr>
          <p:nvPr/>
        </p:nvCxnSpPr>
        <p:spPr>
          <a:xfrm flipV="1">
            <a:off x="2743200" y="4228560"/>
            <a:ext cx="914760" cy="119592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680" name=""/>
          <p:cNvSpPr/>
          <p:nvPr/>
        </p:nvSpPr>
        <p:spPr>
          <a:xfrm>
            <a:off x="686160" y="4354920"/>
            <a:ext cx="914040" cy="217080"/>
          </a:xfrm>
          <a:prstGeom prst="rect">
            <a:avLst/>
          </a:prstGeom>
          <a:solidFill>
            <a:srgbClr val="FFFFFF"/>
          </a:solidFill>
          <a:ln w="25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3520" tIns="38520" rIns="83520" bIns="38520" anchor="ctr" anchorCtr="1">
            <a:noAutofit/>
          </a:bodyPr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Laboratory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81" name=""/>
          <p:cNvCxnSpPr>
            <a:stCxn id="680" idx="0"/>
            <a:endCxn id="615" idx="2"/>
          </p:cNvCxnSpPr>
          <p:nvPr/>
        </p:nvCxnSpPr>
        <p:spPr>
          <a:xfrm flipV="1">
            <a:off x="1143360" y="2971080"/>
            <a:ext cx="914040" cy="138420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cxnSp>
        <p:nvCxnSpPr>
          <p:cNvPr id="682" name=""/>
          <p:cNvCxnSpPr>
            <a:stCxn id="680" idx="0"/>
          </p:cNvCxnSpPr>
          <p:nvPr/>
        </p:nvCxnSpPr>
        <p:spPr>
          <a:xfrm flipV="1">
            <a:off x="1143360" y="3885480"/>
            <a:ext cx="1599840" cy="46980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cxnSp>
        <p:nvCxnSpPr>
          <p:cNvPr id="683" name=""/>
          <p:cNvCxnSpPr>
            <a:stCxn id="680" idx="3"/>
            <a:endCxn id="630" idx="1"/>
          </p:cNvCxnSpPr>
          <p:nvPr/>
        </p:nvCxnSpPr>
        <p:spPr>
          <a:xfrm flipV="1">
            <a:off x="1600200" y="4452480"/>
            <a:ext cx="686160" cy="11520"/>
          </a:xfrm>
          <a:prstGeom prst="straightConnector1">
            <a:avLst/>
          </a:prstGeom>
          <a:ln w="6480">
            <a:solidFill>
              <a:srgbClr val="000000"/>
            </a:solidFill>
            <a:round/>
          </a:ln>
        </p:spPr>
      </p:cxnSp>
      <p:sp>
        <p:nvSpPr>
          <p:cNvPr id="684" name=""/>
          <p:cNvSpPr/>
          <p:nvPr/>
        </p:nvSpPr>
        <p:spPr>
          <a:xfrm>
            <a:off x="228600" y="1611720"/>
            <a:ext cx="1143000" cy="217080"/>
          </a:xfrm>
          <a:prstGeom prst="rect">
            <a:avLst/>
          </a:prstGeom>
          <a:solidFill>
            <a:srgbClr val="FFFFFF"/>
          </a:solidFill>
          <a:ln w="25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3520" tIns="38520" rIns="83520" bIns="38520" anchor="ctr" anchorCtr="1">
            <a:noAutofit/>
          </a:bodyPr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Consummable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"/>
          <p:cNvSpPr/>
          <p:nvPr/>
        </p:nvSpPr>
        <p:spPr>
          <a:xfrm>
            <a:off x="0" y="3875760"/>
            <a:ext cx="9136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Host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86" name=""/>
          <p:cNvCxnSpPr>
            <a:stCxn id="685" idx="2"/>
            <a:endCxn id="680" idx="1"/>
          </p:cNvCxnSpPr>
          <p:nvPr/>
        </p:nvCxnSpPr>
        <p:spPr>
          <a:xfrm flipH="1" rot="16200000">
            <a:off x="397080" y="4174200"/>
            <a:ext cx="349200" cy="229680"/>
          </a:xfrm>
          <a:prstGeom prst="curvedConnector2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687" name=""/>
          <p:cNvCxnSpPr>
            <a:stCxn id="627" idx="1"/>
            <a:endCxn id="685" idx="0"/>
          </p:cNvCxnSpPr>
          <p:nvPr/>
        </p:nvCxnSpPr>
        <p:spPr>
          <a:xfrm flipV="1" rot="10800000">
            <a:off x="456480" y="2177280"/>
            <a:ext cx="686880" cy="1698480"/>
          </a:xfrm>
          <a:prstGeom prst="curvedConnector2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688" name=""/>
          <p:cNvCxnSpPr>
            <a:stCxn id="684" idx="2"/>
            <a:endCxn id="685" idx="0"/>
          </p:cNvCxnSpPr>
          <p:nvPr/>
        </p:nvCxnSpPr>
        <p:spPr>
          <a:xfrm rot="5400000">
            <a:off x="-394920" y="2680560"/>
            <a:ext cx="2047320" cy="343800"/>
          </a:xfrm>
          <a:prstGeom prst="curvedConnector3">
            <a:avLst>
              <a:gd name="adj1" fmla="val 25008"/>
            </a:avLst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689" name=""/>
          <p:cNvSpPr/>
          <p:nvPr/>
        </p:nvSpPr>
        <p:spPr>
          <a:xfrm>
            <a:off x="2514600" y="2286000"/>
            <a:ext cx="11422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Monitors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90" name=""/>
          <p:cNvCxnSpPr>
            <a:stCxn id="689" idx="2"/>
            <a:endCxn id="691" idx="3"/>
          </p:cNvCxnSpPr>
          <p:nvPr/>
        </p:nvCxnSpPr>
        <p:spPr>
          <a:xfrm rot="5400000">
            <a:off x="1716840" y="2408400"/>
            <a:ext cx="1252440" cy="1486080"/>
          </a:xfrm>
          <a:prstGeom prst="curvedConnector2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692" name=""/>
          <p:cNvCxnSpPr>
            <a:stCxn id="613" idx="2"/>
            <a:endCxn id="689" idx="0"/>
          </p:cNvCxnSpPr>
          <p:nvPr/>
        </p:nvCxnSpPr>
        <p:spPr>
          <a:xfrm rot="5400000">
            <a:off x="3256920" y="1771560"/>
            <a:ext cx="343800" cy="686160"/>
          </a:xfrm>
          <a:prstGeom prst="curvedConnector3">
            <a:avLst>
              <a:gd name="adj1" fmla="val 25052"/>
            </a:avLst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691" name=""/>
          <p:cNvSpPr/>
          <p:nvPr/>
        </p:nvSpPr>
        <p:spPr>
          <a:xfrm>
            <a:off x="457920" y="3657600"/>
            <a:ext cx="11422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Stocks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93" name=""/>
          <p:cNvCxnSpPr>
            <a:stCxn id="691" idx="2"/>
          </p:cNvCxnSpPr>
          <p:nvPr/>
        </p:nvCxnSpPr>
        <p:spPr>
          <a:xfrm flipH="1" rot="16200000">
            <a:off x="857160" y="4068360"/>
            <a:ext cx="458640" cy="114480"/>
          </a:xfrm>
          <a:prstGeom prst="curvedConnector3">
            <a:avLst>
              <a:gd name="adj1" fmla="val 100000"/>
            </a:avLst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694" name=""/>
          <p:cNvCxnSpPr>
            <a:stCxn id="627" idx="2"/>
            <a:endCxn id="691" idx="0"/>
          </p:cNvCxnSpPr>
          <p:nvPr/>
        </p:nvCxnSpPr>
        <p:spPr>
          <a:xfrm rot="5400000">
            <a:off x="628920" y="2686320"/>
            <a:ext cx="1371960" cy="571680"/>
          </a:xfrm>
          <a:prstGeom prst="curvedConnector3">
            <a:avLst>
              <a:gd name="adj1" fmla="val 25013"/>
            </a:avLst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695" name=""/>
          <p:cNvSpPr/>
          <p:nvPr/>
        </p:nvSpPr>
        <p:spPr>
          <a:xfrm>
            <a:off x="1714680" y="685800"/>
            <a:ext cx="1143000" cy="217080"/>
          </a:xfrm>
          <a:prstGeom prst="rect">
            <a:avLst/>
          </a:prstGeom>
          <a:solidFill>
            <a:srgbClr val="FFFFFF"/>
          </a:solidFill>
          <a:ln w="25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3520" tIns="38520" rIns="83520" bIns="38520" anchor="ctr" anchorCtr="1">
            <a:noAutofit/>
          </a:bodyPr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Reservasions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96" name=""/>
          <p:cNvCxnSpPr>
            <a:stCxn id="695" idx="2"/>
            <a:endCxn id="697" idx="3"/>
          </p:cNvCxnSpPr>
          <p:nvPr/>
        </p:nvCxnSpPr>
        <p:spPr>
          <a:xfrm rot="5400000">
            <a:off x="1882440" y="619560"/>
            <a:ext cx="120960" cy="687240"/>
          </a:xfrm>
          <a:prstGeom prst="curvedConnector2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697" name=""/>
          <p:cNvSpPr/>
          <p:nvPr/>
        </p:nvSpPr>
        <p:spPr>
          <a:xfrm>
            <a:off x="228600" y="903960"/>
            <a:ext cx="1370880" cy="23904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consumes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98" name=""/>
          <p:cNvCxnSpPr>
            <a:stCxn id="697" idx="2"/>
            <a:endCxn id="684" idx="0"/>
          </p:cNvCxnSpPr>
          <p:nvPr/>
        </p:nvCxnSpPr>
        <p:spPr>
          <a:xfrm rot="5400000">
            <a:off x="622800" y="1320480"/>
            <a:ext cx="469080" cy="114120"/>
          </a:xfrm>
          <a:prstGeom prst="curvedConnector3">
            <a:avLst>
              <a:gd name="adj1" fmla="val 25038"/>
            </a:avLst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"/>
          <p:cNvSpPr/>
          <p:nvPr/>
        </p:nvSpPr>
        <p:spPr>
          <a:xfrm>
            <a:off x="1371600" y="2743200"/>
            <a:ext cx="1370880" cy="4564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Student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"/>
          <p:cNvSpPr/>
          <p:nvPr/>
        </p:nvSpPr>
        <p:spPr>
          <a:xfrm>
            <a:off x="4114800" y="1371600"/>
            <a:ext cx="1370880" cy="4564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Person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1" name=""/>
          <p:cNvSpPr/>
          <p:nvPr/>
        </p:nvSpPr>
        <p:spPr>
          <a:xfrm>
            <a:off x="5715000" y="2971800"/>
            <a:ext cx="1370880" cy="4564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Employee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02" name=""/>
          <p:cNvCxnSpPr>
            <a:stCxn id="699" idx="1"/>
            <a:endCxn id="703" idx="0"/>
          </p:cNvCxnSpPr>
          <p:nvPr/>
        </p:nvCxnSpPr>
        <p:spPr>
          <a:xfrm flipH="1">
            <a:off x="941400" y="2971440"/>
            <a:ext cx="430560" cy="74160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703" name=""/>
          <p:cNvSpPr/>
          <p:nvPr/>
        </p:nvSpPr>
        <p:spPr>
          <a:xfrm>
            <a:off x="255960" y="3712680"/>
            <a:ext cx="1370880" cy="584640"/>
          </a:xfrm>
          <a:prstGeom prst="ellipse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Program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04" name=""/>
          <p:cNvCxnSpPr>
            <a:endCxn id="705" idx="5"/>
          </p:cNvCxnSpPr>
          <p:nvPr/>
        </p:nvCxnSpPr>
        <p:spPr>
          <a:xfrm flipH="1" flipV="1">
            <a:off x="2541960" y="828360"/>
            <a:ext cx="1573920" cy="77292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705" name=""/>
          <p:cNvSpPr/>
          <p:nvPr/>
        </p:nvSpPr>
        <p:spPr>
          <a:xfrm>
            <a:off x="1371600" y="329040"/>
            <a:ext cx="1370880" cy="584640"/>
          </a:xfrm>
          <a:prstGeom prst="ellipse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Last_name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06" name=""/>
          <p:cNvCxnSpPr>
            <a:stCxn id="700" idx="0"/>
            <a:endCxn id="707" idx="5"/>
          </p:cNvCxnSpPr>
          <p:nvPr/>
        </p:nvCxnSpPr>
        <p:spPr>
          <a:xfrm flipH="1" flipV="1">
            <a:off x="4142160" y="727920"/>
            <a:ext cx="658440" cy="64404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707" name=""/>
          <p:cNvSpPr/>
          <p:nvPr/>
        </p:nvSpPr>
        <p:spPr>
          <a:xfrm>
            <a:off x="2971800" y="228600"/>
            <a:ext cx="1370880" cy="584640"/>
          </a:xfrm>
          <a:prstGeom prst="ellipse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Email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08" name=""/>
          <p:cNvCxnSpPr>
            <a:endCxn id="709" idx="5"/>
          </p:cNvCxnSpPr>
          <p:nvPr/>
        </p:nvCxnSpPr>
        <p:spPr>
          <a:xfrm flipV="1">
            <a:off x="4800600" y="642240"/>
            <a:ext cx="942120" cy="73044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709" name=""/>
          <p:cNvSpPr/>
          <p:nvPr/>
        </p:nvSpPr>
        <p:spPr>
          <a:xfrm>
            <a:off x="4572000" y="142920"/>
            <a:ext cx="1370880" cy="584640"/>
          </a:xfrm>
          <a:prstGeom prst="ellipse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Affiliation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10" name=""/>
          <p:cNvCxnSpPr>
            <a:stCxn id="708" idx="2"/>
            <a:endCxn id="711" idx="5"/>
          </p:cNvCxnSpPr>
          <p:nvPr/>
        </p:nvCxnSpPr>
        <p:spPr>
          <a:xfrm flipV="1">
            <a:off x="4800600" y="742680"/>
            <a:ext cx="2542320" cy="63000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711" name=""/>
          <p:cNvSpPr/>
          <p:nvPr/>
        </p:nvSpPr>
        <p:spPr>
          <a:xfrm>
            <a:off x="6172200" y="243360"/>
            <a:ext cx="1370880" cy="584640"/>
          </a:xfrm>
          <a:prstGeom prst="ellipse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200" b="0" u="sng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12" name=""/>
          <p:cNvCxnSpPr>
            <a:endCxn id="713" idx="5"/>
          </p:cNvCxnSpPr>
          <p:nvPr/>
        </p:nvCxnSpPr>
        <p:spPr>
          <a:xfrm flipV="1">
            <a:off x="5486400" y="956520"/>
            <a:ext cx="3228120" cy="64476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713" name=""/>
          <p:cNvSpPr/>
          <p:nvPr/>
        </p:nvSpPr>
        <p:spPr>
          <a:xfrm>
            <a:off x="7543800" y="457200"/>
            <a:ext cx="1370880" cy="584640"/>
          </a:xfrm>
          <a:prstGeom prst="ellipse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Start_date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14" name=""/>
          <p:cNvCxnSpPr>
            <a:endCxn id="715" idx="5"/>
          </p:cNvCxnSpPr>
          <p:nvPr/>
        </p:nvCxnSpPr>
        <p:spPr>
          <a:xfrm>
            <a:off x="5486400" y="1600200"/>
            <a:ext cx="3228120" cy="14292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715" name=""/>
          <p:cNvSpPr/>
          <p:nvPr/>
        </p:nvSpPr>
        <p:spPr>
          <a:xfrm>
            <a:off x="7543800" y="1243440"/>
            <a:ext cx="1370880" cy="584640"/>
          </a:xfrm>
          <a:prstGeom prst="ellipse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200" b="0" u="dash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End_date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16" name=""/>
          <p:cNvCxnSpPr>
            <a:stCxn id="717" idx="0"/>
            <a:endCxn id="700" idx="2"/>
          </p:cNvCxnSpPr>
          <p:nvPr/>
        </p:nvCxnSpPr>
        <p:spPr>
          <a:xfrm flipV="1">
            <a:off x="4800240" y="1828080"/>
            <a:ext cx="360" cy="686880"/>
          </a:xfrm>
          <a:prstGeom prst="straightConnector1">
            <a:avLst/>
          </a:prstGeom>
          <a:ln w="6480">
            <a:solidFill>
              <a:srgbClr val="000000"/>
            </a:solidFill>
            <a:round/>
          </a:ln>
        </p:spPr>
      </p:cxnSp>
      <p:sp>
        <p:nvSpPr>
          <p:cNvPr id="717" name=""/>
          <p:cNvSpPr/>
          <p:nvPr/>
        </p:nvSpPr>
        <p:spPr>
          <a:xfrm>
            <a:off x="4343400" y="2514600"/>
            <a:ext cx="913680" cy="45648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Isa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18" name=""/>
          <p:cNvCxnSpPr>
            <a:stCxn id="717" idx="2"/>
            <a:endCxn id="699" idx="0"/>
          </p:cNvCxnSpPr>
          <p:nvPr/>
        </p:nvCxnSpPr>
        <p:spPr>
          <a:xfrm flipV="1" rot="16200000">
            <a:off x="3086280" y="1713600"/>
            <a:ext cx="228240" cy="2286720"/>
          </a:xfrm>
          <a:prstGeom prst="bentConnector5">
            <a:avLst>
              <a:gd name="adj1" fmla="val -315"/>
              <a:gd name="adj2" fmla="val 34986"/>
              <a:gd name="adj3" fmla="val 100000"/>
            </a:avLst>
          </a:prstGeom>
          <a:ln w="6480">
            <a:solidFill>
              <a:srgbClr val="000000"/>
            </a:solidFill>
            <a:round/>
          </a:ln>
        </p:spPr>
      </p:cxnSp>
      <p:cxnSp>
        <p:nvCxnSpPr>
          <p:cNvPr id="719" name=""/>
          <p:cNvCxnSpPr>
            <a:stCxn id="717" idx="4"/>
            <a:endCxn id="701" idx="1"/>
          </p:cNvCxnSpPr>
          <p:nvPr/>
        </p:nvCxnSpPr>
        <p:spPr>
          <a:xfrm>
            <a:off x="5257080" y="2971080"/>
            <a:ext cx="458280" cy="22932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720" name=""/>
          <p:cNvSpPr/>
          <p:nvPr/>
        </p:nvSpPr>
        <p:spPr>
          <a:xfrm>
            <a:off x="6172200" y="3886200"/>
            <a:ext cx="913680" cy="45648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Isa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21" name=""/>
          <p:cNvCxnSpPr>
            <a:stCxn id="720" idx="0"/>
            <a:endCxn id="701" idx="2"/>
          </p:cNvCxnSpPr>
          <p:nvPr/>
        </p:nvCxnSpPr>
        <p:spPr>
          <a:xfrm flipH="1" flipV="1">
            <a:off x="6400440" y="3428280"/>
            <a:ext cx="22896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722" name=""/>
          <p:cNvSpPr/>
          <p:nvPr/>
        </p:nvSpPr>
        <p:spPr>
          <a:xfrm>
            <a:off x="4503960" y="4631760"/>
            <a:ext cx="1370880" cy="4564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Academic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23" name=""/>
          <p:cNvCxnSpPr>
            <a:stCxn id="720" idx="2"/>
            <a:endCxn id="722" idx="0"/>
          </p:cNvCxnSpPr>
          <p:nvPr/>
        </p:nvCxnSpPr>
        <p:spPr>
          <a:xfrm flipH="1">
            <a:off x="5189400" y="4342680"/>
            <a:ext cx="983160" cy="28944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724" name=""/>
          <p:cNvSpPr/>
          <p:nvPr/>
        </p:nvSpPr>
        <p:spPr>
          <a:xfrm>
            <a:off x="6789960" y="4631760"/>
            <a:ext cx="1370880" cy="45648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Non Academic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25" name=""/>
          <p:cNvCxnSpPr>
            <a:stCxn id="720" idx="4"/>
            <a:endCxn id="724" idx="0"/>
          </p:cNvCxnSpPr>
          <p:nvPr/>
        </p:nvCxnSpPr>
        <p:spPr>
          <a:xfrm>
            <a:off x="7085880" y="4342680"/>
            <a:ext cx="389880" cy="28944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726" name=""/>
          <p:cNvSpPr/>
          <p:nvPr/>
        </p:nvSpPr>
        <p:spPr>
          <a:xfrm>
            <a:off x="7772400" y="2743200"/>
            <a:ext cx="1599480" cy="68508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Reports_To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27" name=""/>
          <p:cNvCxnSpPr>
            <a:stCxn id="701" idx="3"/>
            <a:endCxn id="726" idx="1"/>
          </p:cNvCxnSpPr>
          <p:nvPr/>
        </p:nvCxnSpPr>
        <p:spPr>
          <a:xfrm flipV="1">
            <a:off x="7085880" y="3085920"/>
            <a:ext cx="686880" cy="114480"/>
          </a:xfrm>
          <a:prstGeom prst="straightConnector1">
            <a:avLst/>
          </a:prstGeom>
          <a:ln w="3816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728" name=""/>
          <p:cNvCxnSpPr>
            <a:stCxn id="726" idx="2"/>
            <a:endCxn id="726" idx="3"/>
          </p:cNvCxnSpPr>
          <p:nvPr/>
        </p:nvCxnSpPr>
        <p:spPr>
          <a:xfrm flipH="1" flipV="1" rot="5400000">
            <a:off x="8800560" y="2857320"/>
            <a:ext cx="342720" cy="799920"/>
          </a:xfrm>
          <a:prstGeom prst="curvedConnector4">
            <a:avLst>
              <a:gd name="adj1" fmla="val -63932"/>
              <a:gd name="adj2" fmla="val 125574"/>
            </a:avLst>
          </a:prstGeom>
          <a:ln w="3816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729" name=""/>
          <p:cNvCxnSpPr>
            <a:stCxn id="701" idx="0"/>
            <a:endCxn id="730" idx="4"/>
          </p:cNvCxnSpPr>
          <p:nvPr/>
        </p:nvCxnSpPr>
        <p:spPr>
          <a:xfrm flipH="1" flipV="1">
            <a:off x="5714640" y="2513880"/>
            <a:ext cx="68616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730" name=""/>
          <p:cNvSpPr/>
          <p:nvPr/>
        </p:nvSpPr>
        <p:spPr>
          <a:xfrm>
            <a:off x="5029200" y="1929240"/>
            <a:ext cx="1370880" cy="584640"/>
          </a:xfrm>
          <a:prstGeom prst="ellipse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Phone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31" name=""/>
          <p:cNvCxnSpPr>
            <a:stCxn id="701" idx="0"/>
            <a:endCxn id="732" idx="4"/>
          </p:cNvCxnSpPr>
          <p:nvPr/>
        </p:nvCxnSpPr>
        <p:spPr>
          <a:xfrm flipV="1">
            <a:off x="6400440" y="2513880"/>
            <a:ext cx="91476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732" name=""/>
          <p:cNvSpPr/>
          <p:nvPr/>
        </p:nvSpPr>
        <p:spPr>
          <a:xfrm>
            <a:off x="6629400" y="1929240"/>
            <a:ext cx="1370880" cy="584640"/>
          </a:xfrm>
          <a:prstGeom prst="ellipse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Office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33" name=""/>
          <p:cNvCxnSpPr>
            <a:stCxn id="701" idx="0"/>
            <a:endCxn id="734" idx="4"/>
          </p:cNvCxnSpPr>
          <p:nvPr/>
        </p:nvCxnSpPr>
        <p:spPr>
          <a:xfrm flipV="1">
            <a:off x="6400440" y="2513880"/>
            <a:ext cx="2514960" cy="458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734" name=""/>
          <p:cNvSpPr/>
          <p:nvPr/>
        </p:nvSpPr>
        <p:spPr>
          <a:xfrm>
            <a:off x="8229600" y="1929240"/>
            <a:ext cx="1370880" cy="584640"/>
          </a:xfrm>
          <a:prstGeom prst="ellipse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Position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5" name=""/>
          <p:cNvSpPr/>
          <p:nvPr/>
        </p:nvSpPr>
        <p:spPr>
          <a:xfrm>
            <a:off x="2057400" y="4114800"/>
            <a:ext cx="2056680" cy="685080"/>
          </a:xfrm>
          <a:prstGeom prst="diamond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Supervised_By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36" name=""/>
          <p:cNvCxnSpPr>
            <a:stCxn id="699" idx="2"/>
            <a:endCxn id="735" idx="1"/>
          </p:cNvCxnSpPr>
          <p:nvPr/>
        </p:nvCxnSpPr>
        <p:spPr>
          <a:xfrm>
            <a:off x="2057040" y="3199680"/>
            <a:ext cx="720" cy="125820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cxnSp>
        <p:nvCxnSpPr>
          <p:cNvPr id="737" name=""/>
          <p:cNvCxnSpPr>
            <a:stCxn id="735" idx="3"/>
            <a:endCxn id="722" idx="1"/>
          </p:cNvCxnSpPr>
          <p:nvPr/>
        </p:nvCxnSpPr>
        <p:spPr>
          <a:xfrm>
            <a:off x="4114080" y="4457520"/>
            <a:ext cx="390240" cy="402840"/>
          </a:xfrm>
          <a:prstGeom prst="curvedConnector3">
            <a:avLst>
              <a:gd name="adj1" fmla="val 25115"/>
            </a:avLst>
          </a:prstGeom>
          <a:ln w="38160">
            <a:solidFill>
              <a:srgbClr val="000000"/>
            </a:solidFill>
            <a:round/>
          </a:ln>
        </p:spPr>
      </p:cxnSp>
      <p:cxnSp>
        <p:nvCxnSpPr>
          <p:cNvPr id="738" name=""/>
          <p:cNvCxnSpPr>
            <a:endCxn id="739" idx="5"/>
          </p:cNvCxnSpPr>
          <p:nvPr/>
        </p:nvCxnSpPr>
        <p:spPr>
          <a:xfrm flipH="1">
            <a:off x="2084760" y="1600200"/>
            <a:ext cx="2031120" cy="424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739" name=""/>
          <p:cNvSpPr/>
          <p:nvPr/>
        </p:nvSpPr>
        <p:spPr>
          <a:xfrm>
            <a:off x="914400" y="1143000"/>
            <a:ext cx="1370880" cy="584640"/>
          </a:xfrm>
          <a:prstGeom prst="ellipse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First_name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"/>
          <p:cNvSpPr/>
          <p:nvPr/>
        </p:nvSpPr>
        <p:spPr>
          <a:xfrm>
            <a:off x="3600000" y="1620000"/>
            <a:ext cx="2159280" cy="503280"/>
          </a:xfrm>
          <a:prstGeom prst="rect">
            <a:avLst/>
          </a:prstGeom>
          <a:solidFill>
            <a:srgbClr val="FFFFFF"/>
          </a:solidFill>
          <a:ln w="25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3520" tIns="38520" rIns="83520" bIns="38520" anchor="ctr" anchorCtr="1">
            <a:no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Laboratory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1" name=""/>
          <p:cNvSpPr/>
          <p:nvPr/>
        </p:nvSpPr>
        <p:spPr>
          <a:xfrm>
            <a:off x="1760400" y="4368600"/>
            <a:ext cx="1439280" cy="431280"/>
          </a:xfrm>
          <a:prstGeom prst="rect">
            <a:avLst/>
          </a:prstGeom>
          <a:solidFill>
            <a:srgbClr val="FFFFFF"/>
          </a:solidFill>
          <a:ln w="25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3520" tIns="38520" rIns="83520" bIns="38520" anchor="ctr" anchorCtr="1">
            <a:noAutofit/>
          </a:bodyPr>
          <a:p>
            <a:pPr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Person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2" name=""/>
          <p:cNvSpPr/>
          <p:nvPr/>
        </p:nvSpPr>
        <p:spPr>
          <a:xfrm>
            <a:off x="6172200" y="4114800"/>
            <a:ext cx="1439280" cy="431280"/>
          </a:xfrm>
          <a:prstGeom prst="rect">
            <a:avLst/>
          </a:prstGeom>
          <a:solidFill>
            <a:srgbClr val="FFFFFF"/>
          </a:solidFill>
          <a:ln w="25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3520" tIns="38520" rIns="83520" bIns="38520" anchor="ctr" anchorCtr="1">
            <a:noAutofit/>
          </a:bodyPr>
          <a:p>
            <a:pPr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Equipment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3" name=""/>
          <p:cNvSpPr/>
          <p:nvPr/>
        </p:nvSpPr>
        <p:spPr>
          <a:xfrm>
            <a:off x="1260000" y="648000"/>
            <a:ext cx="935280" cy="395280"/>
          </a:xfrm>
          <a:prstGeom prst="ellipse">
            <a:avLst/>
          </a:prstGeom>
          <a:solidFill>
            <a:srgbClr val="FFFFFF"/>
          </a:solidFill>
          <a:ln w="21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720" tIns="36720" rIns="81720" bIns="36720" anchor="ctr" anchorCtr="1">
            <a:noAutofit/>
          </a:bodyPr>
          <a:p>
            <a:pPr>
              <a:lnSpc>
                <a:spcPct val="100000"/>
              </a:lnSpc>
            </a:pPr>
            <a:r>
              <a:rPr lang="en-US" sz="1300" b="1" u="sng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lab_id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"/>
          <p:cNvSpPr/>
          <p:nvPr/>
        </p:nvSpPr>
        <p:spPr>
          <a:xfrm>
            <a:off x="2700000" y="468000"/>
            <a:ext cx="863280" cy="395280"/>
          </a:xfrm>
          <a:prstGeom prst="ellipse">
            <a:avLst/>
          </a:prstGeom>
          <a:solidFill>
            <a:srgbClr val="FFFFFF"/>
          </a:solidFill>
          <a:ln w="21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720" tIns="36720" rIns="81720" bIns="36720" anchor="ctr" anchorCtr="1">
            <a:noAutofit/>
          </a:bodyPr>
          <a:p>
            <a:pPr>
              <a:lnSpc>
                <a:spcPct val="100000"/>
              </a:lnSpc>
            </a:pPr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name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5" name=""/>
          <p:cNvSpPr/>
          <p:nvPr/>
        </p:nvSpPr>
        <p:spPr>
          <a:xfrm>
            <a:off x="4248000" y="396000"/>
            <a:ext cx="935280" cy="395280"/>
          </a:xfrm>
          <a:prstGeom prst="ellipse">
            <a:avLst/>
          </a:prstGeom>
          <a:solidFill>
            <a:srgbClr val="FFFFFF"/>
          </a:solidFill>
          <a:ln w="21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720" tIns="36720" rIns="81720" bIns="36720" anchor="ctr" anchorCtr="1">
            <a:noAutofit/>
          </a:bodyPr>
          <a:p>
            <a:pPr>
              <a:lnSpc>
                <a:spcPct val="100000"/>
              </a:lnSpc>
            </a:pPr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building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6" name=""/>
          <p:cNvSpPr/>
          <p:nvPr/>
        </p:nvSpPr>
        <p:spPr>
          <a:xfrm>
            <a:off x="5760000" y="468000"/>
            <a:ext cx="935280" cy="395280"/>
          </a:xfrm>
          <a:prstGeom prst="ellipse">
            <a:avLst/>
          </a:prstGeom>
          <a:solidFill>
            <a:srgbClr val="FFFFFF"/>
          </a:solidFill>
          <a:ln w="21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720" tIns="36720" rIns="81720" bIns="36720" anchor="ctr" anchorCtr="1">
            <a:noAutofit/>
          </a:bodyPr>
          <a:p>
            <a:pPr>
              <a:lnSpc>
                <a:spcPct val="100000"/>
              </a:lnSpc>
            </a:pPr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room_no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7" name=""/>
          <p:cNvSpPr/>
          <p:nvPr/>
        </p:nvSpPr>
        <p:spPr>
          <a:xfrm>
            <a:off x="7200000" y="648000"/>
            <a:ext cx="1007280" cy="395280"/>
          </a:xfrm>
          <a:prstGeom prst="ellipse">
            <a:avLst/>
          </a:prstGeom>
          <a:solidFill>
            <a:srgbClr val="FFFFFF"/>
          </a:solidFill>
          <a:ln w="21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720" tIns="36720" rIns="81720" bIns="36720" anchor="ctr" anchorCtr="1">
            <a:noAutofit/>
          </a:bodyPr>
          <a:p>
            <a:pPr>
              <a:lnSpc>
                <a:spcPct val="100000"/>
              </a:lnSpc>
            </a:pPr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discipline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8" name=""/>
          <p:cNvSpPr/>
          <p:nvPr/>
        </p:nvSpPr>
        <p:spPr>
          <a:xfrm>
            <a:off x="1728000" y="1044000"/>
            <a:ext cx="2412000" cy="576000"/>
          </a:xfrm>
          <a:prstGeom prst="line">
            <a:avLst/>
          </a:prstGeom>
          <a:ln w="144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8120" tIns="33120" rIns="78120" bIns="3312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9" name=""/>
          <p:cNvSpPr/>
          <p:nvPr/>
        </p:nvSpPr>
        <p:spPr>
          <a:xfrm>
            <a:off x="3132000" y="864000"/>
            <a:ext cx="1368000" cy="756000"/>
          </a:xfrm>
          <a:prstGeom prst="line">
            <a:avLst/>
          </a:prstGeom>
          <a:ln w="144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8120" tIns="33120" rIns="78120" bIns="3312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0" name=""/>
          <p:cNvSpPr/>
          <p:nvPr/>
        </p:nvSpPr>
        <p:spPr>
          <a:xfrm>
            <a:off x="4716000" y="792000"/>
            <a:ext cx="360" cy="828000"/>
          </a:xfrm>
          <a:prstGeom prst="line">
            <a:avLst/>
          </a:prstGeom>
          <a:ln w="144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33120" rIns="0" bIns="3312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1" name=""/>
          <p:cNvSpPr/>
          <p:nvPr/>
        </p:nvSpPr>
        <p:spPr>
          <a:xfrm flipH="1">
            <a:off x="4968000" y="864000"/>
            <a:ext cx="1260000" cy="756000"/>
          </a:xfrm>
          <a:prstGeom prst="line">
            <a:avLst/>
          </a:prstGeom>
          <a:ln w="144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8120" tIns="33120" rIns="78120" bIns="3312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2" name=""/>
          <p:cNvSpPr/>
          <p:nvPr/>
        </p:nvSpPr>
        <p:spPr>
          <a:xfrm flipH="1">
            <a:off x="5328000" y="1044000"/>
            <a:ext cx="2376000" cy="576000"/>
          </a:xfrm>
          <a:prstGeom prst="line">
            <a:avLst/>
          </a:prstGeom>
          <a:ln w="144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8120" tIns="33120" rIns="78120" bIns="3312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3" name=""/>
          <p:cNvSpPr/>
          <p:nvPr/>
        </p:nvSpPr>
        <p:spPr>
          <a:xfrm>
            <a:off x="457200" y="3168720"/>
            <a:ext cx="2285280" cy="513000"/>
          </a:xfrm>
          <a:prstGeom prst="diamond">
            <a:avLst/>
          </a:prstGeom>
          <a:solidFill>
            <a:srgbClr val="FFFFFF"/>
          </a:solidFill>
          <a:ln w="21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720" tIns="36720" rIns="81720" bIns="3672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Attached_To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4" name=""/>
          <p:cNvSpPr/>
          <p:nvPr/>
        </p:nvSpPr>
        <p:spPr>
          <a:xfrm flipH="1">
            <a:off x="1600200" y="2124000"/>
            <a:ext cx="2539800" cy="1044720"/>
          </a:xfrm>
          <a:prstGeom prst="line">
            <a:avLst/>
          </a:prstGeom>
          <a:ln w="43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2520" tIns="47520" rIns="92520" bIns="4752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5" name=""/>
          <p:cNvSpPr/>
          <p:nvPr/>
        </p:nvSpPr>
        <p:spPr>
          <a:xfrm>
            <a:off x="1600200" y="3657600"/>
            <a:ext cx="914400" cy="685800"/>
          </a:xfrm>
          <a:prstGeom prst="line">
            <a:avLst/>
          </a:prstGeom>
          <a:ln w="144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8120" tIns="33120" rIns="78120" bIns="3312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6" name=""/>
          <p:cNvSpPr/>
          <p:nvPr/>
        </p:nvSpPr>
        <p:spPr>
          <a:xfrm>
            <a:off x="6438600" y="2971800"/>
            <a:ext cx="1333080" cy="512640"/>
          </a:xfrm>
          <a:prstGeom prst="diamond">
            <a:avLst/>
          </a:prstGeom>
          <a:solidFill>
            <a:srgbClr val="FFFFFF"/>
          </a:solidFill>
          <a:ln w="21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720" tIns="36720" rIns="81720" bIns="3672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Hosts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7" name=""/>
          <p:cNvSpPr/>
          <p:nvPr/>
        </p:nvSpPr>
        <p:spPr>
          <a:xfrm flipH="1" flipV="1">
            <a:off x="5760000" y="2124000"/>
            <a:ext cx="1326600" cy="847800"/>
          </a:xfrm>
          <a:prstGeom prst="line">
            <a:avLst/>
          </a:prstGeom>
          <a:ln w="144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8120" tIns="33120" rIns="78120" bIns="3312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8" name=""/>
          <p:cNvSpPr/>
          <p:nvPr/>
        </p:nvSpPr>
        <p:spPr>
          <a:xfrm flipH="1">
            <a:off x="6858000" y="3460680"/>
            <a:ext cx="228600" cy="654120"/>
          </a:xfrm>
          <a:prstGeom prst="line">
            <a:avLst/>
          </a:prstGeom>
          <a:ln w="144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8120" tIns="33120" rIns="78120" bIns="3312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9" name=""/>
          <p:cNvSpPr/>
          <p:nvPr/>
        </p:nvSpPr>
        <p:spPr>
          <a:xfrm>
            <a:off x="3200400" y="3200400"/>
            <a:ext cx="2742480" cy="511920"/>
          </a:xfrm>
          <a:prstGeom prst="diamond">
            <a:avLst/>
          </a:prstGeom>
          <a:solidFill>
            <a:srgbClr val="FFFFFF"/>
          </a:solidFill>
          <a:ln w="21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720" tIns="36720" rIns="81720" bIns="3672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Supervised_By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0" name=""/>
          <p:cNvSpPr/>
          <p:nvPr/>
        </p:nvSpPr>
        <p:spPr>
          <a:xfrm flipV="1">
            <a:off x="4572000" y="2124000"/>
            <a:ext cx="228600" cy="1076400"/>
          </a:xfrm>
          <a:prstGeom prst="line">
            <a:avLst/>
          </a:prstGeom>
          <a:ln w="43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2520" tIns="47520" rIns="92520" bIns="4752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1" name=""/>
          <p:cNvSpPr/>
          <p:nvPr/>
        </p:nvSpPr>
        <p:spPr>
          <a:xfrm flipH="1">
            <a:off x="2514600" y="3689640"/>
            <a:ext cx="2057400" cy="653760"/>
          </a:xfrm>
          <a:prstGeom prst="line">
            <a:avLst/>
          </a:prstGeom>
          <a:ln w="144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8120" tIns="33120" rIns="78120" bIns="33120" anchor="ctr" anchorCtr="1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Rectangle 10"/>
          <p:cNvSpPr/>
          <p:nvPr/>
        </p:nvSpPr>
        <p:spPr>
          <a:xfrm>
            <a:off x="1191960" y="566640"/>
            <a:ext cx="982440" cy="50832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Projects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63" name="Straight Arrow Connector 12"/>
          <p:cNvCxnSpPr>
            <a:stCxn id="762" idx="2"/>
            <a:endCxn id="764" idx="0"/>
          </p:cNvCxnSpPr>
          <p:nvPr/>
        </p:nvCxnSpPr>
        <p:spPr>
          <a:xfrm flipH="1">
            <a:off x="528840" y="1074960"/>
            <a:ext cx="1154880" cy="1224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765" name="Straight Arrow Connector 14"/>
          <p:cNvCxnSpPr>
            <a:stCxn id="762" idx="3"/>
            <a:endCxn id="766" idx="2"/>
          </p:cNvCxnSpPr>
          <p:nvPr/>
        </p:nvCxnSpPr>
        <p:spPr>
          <a:xfrm flipV="1">
            <a:off x="2174400" y="747720"/>
            <a:ext cx="446040" cy="7344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767" name="Straight Arrow Connector 16"/>
          <p:cNvCxnSpPr>
            <a:stCxn id="762" idx="1"/>
            <a:endCxn id="768" idx="7"/>
          </p:cNvCxnSpPr>
          <p:nvPr/>
        </p:nvCxnSpPr>
        <p:spPr>
          <a:xfrm flipH="1" flipV="1">
            <a:off x="779400" y="240120"/>
            <a:ext cx="412920" cy="58104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769" name="Straight Arrow Connector 25"/>
          <p:cNvCxnSpPr>
            <a:stCxn id="770" idx="2"/>
            <a:endCxn id="771" idx="3"/>
          </p:cNvCxnSpPr>
          <p:nvPr/>
        </p:nvCxnSpPr>
        <p:spPr>
          <a:xfrm flipH="1">
            <a:off x="4143240" y="421560"/>
            <a:ext cx="596520" cy="143172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sp>
        <p:nvSpPr>
          <p:cNvPr id="764" name="Oval 5"/>
          <p:cNvSpPr/>
          <p:nvPr/>
        </p:nvSpPr>
        <p:spPr>
          <a:xfrm>
            <a:off x="98640" y="1086840"/>
            <a:ext cx="860400" cy="4986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End date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72" name="Straight Arrow Connector 43"/>
          <p:cNvCxnSpPr>
            <a:endCxn id="762" idx="3"/>
          </p:cNvCxnSpPr>
          <p:nvPr/>
        </p:nvCxnSpPr>
        <p:spPr>
          <a:xfrm flipH="1">
            <a:off x="2174400" y="732600"/>
            <a:ext cx="678960" cy="88560"/>
          </a:xfrm>
          <a:prstGeom prst="straightConnector1">
            <a:avLst/>
          </a:prstGeom>
          <a:ln w="0">
            <a:noFill/>
          </a:ln>
        </p:spPr>
      </p:cxnSp>
      <p:cxnSp>
        <p:nvCxnSpPr>
          <p:cNvPr id="773" name="Straight Arrow Connector 48"/>
          <p:cNvCxnSpPr/>
          <p:nvPr/>
        </p:nvCxnSpPr>
        <p:spPr>
          <a:xfrm>
            <a:off x="3097440" y="1165680"/>
            <a:ext cx="1360800" cy="115200"/>
          </a:xfrm>
          <a:prstGeom prst="straightConnector1">
            <a:avLst/>
          </a:prstGeom>
          <a:ln w="0">
            <a:noFill/>
          </a:ln>
        </p:spPr>
      </p:cxnSp>
      <p:cxnSp>
        <p:nvCxnSpPr>
          <p:cNvPr id="774" name="Straight Arrow Connector 52"/>
          <p:cNvCxnSpPr>
            <a:stCxn id="762" idx="3"/>
            <a:endCxn id="775" idx="2"/>
          </p:cNvCxnSpPr>
          <p:nvPr/>
        </p:nvCxnSpPr>
        <p:spPr>
          <a:xfrm>
            <a:off x="2174400" y="820800"/>
            <a:ext cx="265680" cy="476640"/>
          </a:xfrm>
          <a:prstGeom prst="straightConnector1">
            <a:avLst/>
          </a:prstGeom>
          <a:ln w="12700">
            <a:solidFill>
              <a:srgbClr val="000000"/>
            </a:solidFill>
            <a:round/>
            <a:tailEnd len="med" type="arrow" w="med"/>
          </a:ln>
        </p:spPr>
      </p:cxnSp>
      <p:sp>
        <p:nvSpPr>
          <p:cNvPr id="775" name="Oval 60"/>
          <p:cNvSpPr/>
          <p:nvPr/>
        </p:nvSpPr>
        <p:spPr>
          <a:xfrm>
            <a:off x="2439720" y="1125360"/>
            <a:ext cx="1009080" cy="343080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status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6" name="Oval 65"/>
          <p:cNvSpPr/>
          <p:nvPr/>
        </p:nvSpPr>
        <p:spPr>
          <a:xfrm>
            <a:off x="1641240" y="41400"/>
            <a:ext cx="860400" cy="407160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Title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8" name="Oval 66"/>
          <p:cNvSpPr/>
          <p:nvPr/>
        </p:nvSpPr>
        <p:spPr>
          <a:xfrm>
            <a:off x="45000" y="167400"/>
            <a:ext cx="860400" cy="4986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Start date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6" name="Oval 67"/>
          <p:cNvSpPr/>
          <p:nvPr/>
        </p:nvSpPr>
        <p:spPr>
          <a:xfrm>
            <a:off x="2620080" y="493560"/>
            <a:ext cx="1059840" cy="508320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Project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 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code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77" name="Straight Arrow Connector 69"/>
          <p:cNvCxnSpPr>
            <a:stCxn id="762" idx="0"/>
            <a:endCxn id="776" idx="2"/>
          </p:cNvCxnSpPr>
          <p:nvPr/>
        </p:nvCxnSpPr>
        <p:spPr>
          <a:xfrm flipH="1" flipV="1">
            <a:off x="1641240" y="245160"/>
            <a:ext cx="42480" cy="321840"/>
          </a:xfrm>
          <a:prstGeom prst="straightConnector1">
            <a:avLst/>
          </a:prstGeom>
          <a:ln w="12700">
            <a:solidFill>
              <a:srgbClr val="000000"/>
            </a:solidFill>
            <a:round/>
            <a:tailEnd len="med" type="arrow" w="med"/>
          </a:ln>
        </p:spPr>
      </p:cxnSp>
      <p:cxnSp>
        <p:nvCxnSpPr>
          <p:cNvPr id="778" name="Connector: Elbow 143"/>
          <p:cNvCxnSpPr>
            <a:stCxn id="762" idx="2"/>
            <a:endCxn id="771" idx="1"/>
          </p:cNvCxnSpPr>
          <p:nvPr/>
        </p:nvCxnSpPr>
        <p:spPr>
          <a:xfrm flipH="1" rot="16200000">
            <a:off x="1739880" y="1018080"/>
            <a:ext cx="778320" cy="891360"/>
          </a:xfrm>
          <a:prstGeom prst="curvedConnector2">
            <a:avLst/>
          </a:prstGeom>
          <a:ln w="38100">
            <a:solidFill>
              <a:srgbClr val="0D0D0D"/>
            </a:solidFill>
            <a:round/>
          </a:ln>
        </p:spPr>
      </p:cxnSp>
      <p:sp>
        <p:nvSpPr>
          <p:cNvPr id="771" name="Diamond 167"/>
          <p:cNvSpPr/>
          <p:nvPr/>
        </p:nvSpPr>
        <p:spPr>
          <a:xfrm>
            <a:off x="2574360" y="1564560"/>
            <a:ext cx="1568880" cy="576360"/>
          </a:xfrm>
          <a:prstGeom prst="diamond">
            <a:avLst/>
          </a:prstGeom>
          <a:solidFill>
            <a:schemeClr val="bg1"/>
          </a:solidFill>
          <a:ln w="285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DejaVu Sans"/>
              </a:rPr>
              <a:t>contribute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0" name="Rectangle 2"/>
          <p:cNvSpPr/>
          <p:nvPr/>
        </p:nvSpPr>
        <p:spPr>
          <a:xfrm>
            <a:off x="4114800" y="41400"/>
            <a:ext cx="1248840" cy="38016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2"/>
                </a:solidFill>
                <a:effectLst/>
                <a:uFillTx/>
                <a:latin typeface="Arial"/>
                <a:ea typeface="DejaVu Sans"/>
              </a:rPr>
              <a:t>Person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Rectangle 1"/>
          <p:cNvSpPr/>
          <p:nvPr/>
        </p:nvSpPr>
        <p:spPr>
          <a:xfrm>
            <a:off x="1191960" y="566640"/>
            <a:ext cx="982440" cy="50832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Projects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80" name="Straight Arrow Connector 12"/>
          <p:cNvCxnSpPr>
            <a:stCxn id="779" idx="2"/>
            <a:endCxn id="781" idx="0"/>
          </p:cNvCxnSpPr>
          <p:nvPr/>
        </p:nvCxnSpPr>
        <p:spPr>
          <a:xfrm flipH="1">
            <a:off x="528840" y="1074960"/>
            <a:ext cx="1154880" cy="1224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782" name="Straight Arrow Connector 14"/>
          <p:cNvCxnSpPr>
            <a:stCxn id="779" idx="3"/>
            <a:endCxn id="783" idx="2"/>
          </p:cNvCxnSpPr>
          <p:nvPr/>
        </p:nvCxnSpPr>
        <p:spPr>
          <a:xfrm flipV="1">
            <a:off x="2174400" y="747720"/>
            <a:ext cx="446040" cy="7344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784" name="Straight Arrow Connector 16"/>
          <p:cNvCxnSpPr>
            <a:stCxn id="779" idx="1"/>
            <a:endCxn id="785" idx="7"/>
          </p:cNvCxnSpPr>
          <p:nvPr/>
        </p:nvCxnSpPr>
        <p:spPr>
          <a:xfrm flipH="1" flipV="1">
            <a:off x="779400" y="240120"/>
            <a:ext cx="412920" cy="58104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786" name="Straight Arrow Connector 25"/>
          <p:cNvCxnSpPr>
            <a:stCxn id="787" idx="2"/>
            <a:endCxn id="788" idx="3"/>
          </p:cNvCxnSpPr>
          <p:nvPr/>
        </p:nvCxnSpPr>
        <p:spPr>
          <a:xfrm flipH="1">
            <a:off x="4143240" y="421560"/>
            <a:ext cx="596520" cy="143172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sp>
        <p:nvSpPr>
          <p:cNvPr id="781" name="Oval 5"/>
          <p:cNvSpPr/>
          <p:nvPr/>
        </p:nvSpPr>
        <p:spPr>
          <a:xfrm>
            <a:off x="98640" y="1086840"/>
            <a:ext cx="860400" cy="4986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End date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89" name="Straight Arrow Connector 43"/>
          <p:cNvCxnSpPr>
            <a:endCxn id="779" idx="3"/>
          </p:cNvCxnSpPr>
          <p:nvPr/>
        </p:nvCxnSpPr>
        <p:spPr>
          <a:xfrm flipH="1">
            <a:off x="2174400" y="732600"/>
            <a:ext cx="678960" cy="88560"/>
          </a:xfrm>
          <a:prstGeom prst="straightConnector1">
            <a:avLst/>
          </a:prstGeom>
          <a:ln w="0">
            <a:noFill/>
          </a:ln>
        </p:spPr>
      </p:cxnSp>
      <p:cxnSp>
        <p:nvCxnSpPr>
          <p:cNvPr id="790" name="Straight Arrow Connector 48"/>
          <p:cNvCxnSpPr/>
          <p:nvPr/>
        </p:nvCxnSpPr>
        <p:spPr>
          <a:xfrm>
            <a:off x="3097440" y="1165680"/>
            <a:ext cx="1360800" cy="115200"/>
          </a:xfrm>
          <a:prstGeom prst="straightConnector1">
            <a:avLst/>
          </a:prstGeom>
          <a:ln w="0">
            <a:noFill/>
          </a:ln>
        </p:spPr>
      </p:cxnSp>
      <p:cxnSp>
        <p:nvCxnSpPr>
          <p:cNvPr id="791" name="Straight Arrow Connector 52"/>
          <p:cNvCxnSpPr>
            <a:stCxn id="779" idx="3"/>
            <a:endCxn id="792" idx="2"/>
          </p:cNvCxnSpPr>
          <p:nvPr/>
        </p:nvCxnSpPr>
        <p:spPr>
          <a:xfrm>
            <a:off x="2174400" y="820800"/>
            <a:ext cx="265680" cy="476640"/>
          </a:xfrm>
          <a:prstGeom prst="straightConnector1">
            <a:avLst/>
          </a:prstGeom>
          <a:ln w="0">
            <a:solidFill>
              <a:srgbClr val="000000"/>
            </a:solidFill>
            <a:tailEnd len="med" type="arrow" w="med"/>
          </a:ln>
        </p:spPr>
      </p:cxnSp>
      <p:sp>
        <p:nvSpPr>
          <p:cNvPr id="792" name="Oval 60"/>
          <p:cNvSpPr/>
          <p:nvPr/>
        </p:nvSpPr>
        <p:spPr>
          <a:xfrm>
            <a:off x="2439720" y="1125360"/>
            <a:ext cx="1009080" cy="343080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status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3" name="Oval 65"/>
          <p:cNvSpPr/>
          <p:nvPr/>
        </p:nvSpPr>
        <p:spPr>
          <a:xfrm>
            <a:off x="1641240" y="41400"/>
            <a:ext cx="860400" cy="407160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Title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5" name="Oval 66"/>
          <p:cNvSpPr/>
          <p:nvPr/>
        </p:nvSpPr>
        <p:spPr>
          <a:xfrm>
            <a:off x="45000" y="167400"/>
            <a:ext cx="860400" cy="4986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Start date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3" name="Oval 67"/>
          <p:cNvSpPr/>
          <p:nvPr/>
        </p:nvSpPr>
        <p:spPr>
          <a:xfrm>
            <a:off x="2620080" y="493560"/>
            <a:ext cx="1074960" cy="508320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Project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 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code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94" name="Straight Arrow Connector 69"/>
          <p:cNvCxnSpPr>
            <a:stCxn id="779" idx="0"/>
            <a:endCxn id="793" idx="2"/>
          </p:cNvCxnSpPr>
          <p:nvPr/>
        </p:nvCxnSpPr>
        <p:spPr>
          <a:xfrm flipH="1" flipV="1">
            <a:off x="1641240" y="245160"/>
            <a:ext cx="42480" cy="321840"/>
          </a:xfrm>
          <a:prstGeom prst="straightConnector1">
            <a:avLst/>
          </a:prstGeom>
          <a:ln w="12700">
            <a:solidFill>
              <a:srgbClr val="000000"/>
            </a:solidFill>
            <a:round/>
            <a:tailEnd len="med" type="arrow" w="med"/>
          </a:ln>
        </p:spPr>
      </p:cxnSp>
      <p:cxnSp>
        <p:nvCxnSpPr>
          <p:cNvPr id="795" name="Connector: Elbow 143"/>
          <p:cNvCxnSpPr>
            <a:stCxn id="779" idx="2"/>
            <a:endCxn id="788" idx="1"/>
          </p:cNvCxnSpPr>
          <p:nvPr/>
        </p:nvCxnSpPr>
        <p:spPr>
          <a:xfrm flipH="1" rot="16200000">
            <a:off x="1739880" y="1018080"/>
            <a:ext cx="778320" cy="891360"/>
          </a:xfrm>
          <a:prstGeom prst="curvedConnector2">
            <a:avLst/>
          </a:prstGeom>
          <a:ln w="38100">
            <a:solidFill>
              <a:srgbClr val="0D0D0D"/>
            </a:solidFill>
            <a:round/>
          </a:ln>
        </p:spPr>
      </p:cxnSp>
      <p:sp>
        <p:nvSpPr>
          <p:cNvPr id="788" name="Diamond 167"/>
          <p:cNvSpPr/>
          <p:nvPr/>
        </p:nvSpPr>
        <p:spPr>
          <a:xfrm>
            <a:off x="2574360" y="1564560"/>
            <a:ext cx="1568880" cy="576360"/>
          </a:xfrm>
          <a:prstGeom prst="diamond">
            <a:avLst/>
          </a:prstGeom>
          <a:solidFill>
            <a:schemeClr val="bg1"/>
          </a:solidFill>
          <a:ln w="285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DejaVu Sans"/>
              </a:rPr>
              <a:t>contribute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7" name="Rectangle 5"/>
          <p:cNvSpPr/>
          <p:nvPr/>
        </p:nvSpPr>
        <p:spPr>
          <a:xfrm>
            <a:off x="4114800" y="41400"/>
            <a:ext cx="1248840" cy="38016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2"/>
                </a:solidFill>
                <a:effectLst/>
                <a:uFillTx/>
                <a:latin typeface="Arial"/>
                <a:ea typeface="DejaVu Sans"/>
              </a:rPr>
              <a:t>Person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6" name="Arc 1"/>
          <p:cNvSpPr/>
          <p:nvPr/>
        </p:nvSpPr>
        <p:spPr>
          <a:xfrm>
            <a:off x="518040" y="2202120"/>
            <a:ext cx="1656000" cy="936720"/>
          </a:xfrm>
          <a:prstGeom prst="arc">
            <a:avLst>
              <a:gd name="adj1" fmla="val 16200000"/>
              <a:gd name="adj2" fmla="val 0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fr-FR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97" name="Arc 2"/>
          <p:cNvSpPr/>
          <p:nvPr/>
        </p:nvSpPr>
        <p:spPr>
          <a:xfrm>
            <a:off x="906120" y="2400480"/>
            <a:ext cx="518040" cy="936720"/>
          </a:xfrm>
          <a:prstGeom prst="arc">
            <a:avLst>
              <a:gd name="adj1" fmla="val 16200000"/>
              <a:gd name="adj2" fmla="val 0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fr-FR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cxnSp>
        <p:nvCxnSpPr>
          <p:cNvPr id="798" name="Connector: Elbow 7"/>
          <p:cNvCxnSpPr/>
          <p:nvPr/>
        </p:nvCxnSpPr>
        <p:spPr>
          <a:xfrm flipH="1" flipV="1" rot="5400000">
            <a:off x="58680" y="2245320"/>
            <a:ext cx="1249560" cy="1163160"/>
          </a:xfrm>
          <a:prstGeom prst="bentConnector3">
            <a:avLst>
              <a:gd name="adj1" fmla="val 49971"/>
            </a:avLst>
          </a:prstGeom>
          <a:ln w="0">
            <a:noFill/>
          </a:ln>
        </p:spPr>
      </p:cxnSp>
      <p:sp>
        <p:nvSpPr>
          <p:cNvPr id="799" name="Arc 30"/>
          <p:cNvSpPr/>
          <p:nvPr/>
        </p:nvSpPr>
        <p:spPr>
          <a:xfrm>
            <a:off x="4635720" y="1661040"/>
            <a:ext cx="1807560" cy="1934640"/>
          </a:xfrm>
          <a:prstGeom prst="arc">
            <a:avLst>
              <a:gd name="adj1" fmla="val 10354116"/>
              <a:gd name="adj2" fmla="val 0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fr-FR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cxnSp>
        <p:nvCxnSpPr>
          <p:cNvPr id="800" name="Connector: Elbow 1"/>
          <p:cNvCxnSpPr>
            <a:stCxn id="779" idx="2"/>
            <a:endCxn id="801" idx="1"/>
          </p:cNvCxnSpPr>
          <p:nvPr/>
        </p:nvCxnSpPr>
        <p:spPr>
          <a:xfrm flipH="1" rot="16200000">
            <a:off x="1819440" y="938520"/>
            <a:ext cx="1624680" cy="1897200"/>
          </a:xfrm>
          <a:prstGeom prst="curvedConnector2">
            <a:avLst/>
          </a:prstGeom>
          <a:ln w="38100">
            <a:solidFill>
              <a:srgbClr val="0D0D0D"/>
            </a:solidFill>
            <a:round/>
          </a:ln>
        </p:spPr>
      </p:cxnSp>
      <p:sp>
        <p:nvSpPr>
          <p:cNvPr id="801" name="Diamond 38"/>
          <p:cNvSpPr/>
          <p:nvPr/>
        </p:nvSpPr>
        <p:spPr>
          <a:xfrm rot="58200">
            <a:off x="3579840" y="2494080"/>
            <a:ext cx="1068120" cy="427320"/>
          </a:xfrm>
          <a:prstGeom prst="diamond">
            <a:avLst/>
          </a:prstGeom>
          <a:solidFill>
            <a:schemeClr val="bg1"/>
          </a:solidFill>
          <a:ln w="285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DejaVu Sans"/>
              </a:rPr>
              <a:t>funds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02" name="Straight Arrow Connector 42"/>
          <p:cNvCxnSpPr>
            <a:stCxn id="787" idx="2"/>
            <a:endCxn id="801" idx="0"/>
          </p:cNvCxnSpPr>
          <p:nvPr/>
        </p:nvCxnSpPr>
        <p:spPr>
          <a:xfrm flipH="1">
            <a:off x="4118040" y="421560"/>
            <a:ext cx="621720" cy="207324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sp>
        <p:nvSpPr>
          <p:cNvPr id="803" name="Rectangle 6"/>
          <p:cNvSpPr/>
          <p:nvPr/>
        </p:nvSpPr>
        <p:spPr>
          <a:xfrm>
            <a:off x="7502760" y="1344240"/>
            <a:ext cx="982440" cy="50832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Budget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04" name="Straight Arrow Connector 47"/>
          <p:cNvCxnSpPr>
            <a:stCxn id="803" idx="2"/>
            <a:endCxn id="805" idx="4"/>
          </p:cNvCxnSpPr>
          <p:nvPr/>
        </p:nvCxnSpPr>
        <p:spPr>
          <a:xfrm flipH="1">
            <a:off x="6753600" y="1852560"/>
            <a:ext cx="1240920" cy="26064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806" name="Straight Arrow Connector 49"/>
          <p:cNvCxnSpPr>
            <a:stCxn id="803" idx="3"/>
            <a:endCxn id="807" idx="2"/>
          </p:cNvCxnSpPr>
          <p:nvPr/>
        </p:nvCxnSpPr>
        <p:spPr>
          <a:xfrm>
            <a:off x="8485200" y="1598400"/>
            <a:ext cx="450000" cy="1918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808" name="Straight Arrow Connector 50"/>
          <p:cNvCxnSpPr>
            <a:stCxn id="803" idx="1"/>
            <a:endCxn id="809" idx="4"/>
          </p:cNvCxnSpPr>
          <p:nvPr/>
        </p:nvCxnSpPr>
        <p:spPr>
          <a:xfrm flipH="1" flipV="1">
            <a:off x="6866280" y="813600"/>
            <a:ext cx="636840" cy="78516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810" name="Straight Arrow Connector 53"/>
          <p:cNvCxnSpPr>
            <a:stCxn id="803" idx="3"/>
            <a:endCxn id="811" idx="2"/>
          </p:cNvCxnSpPr>
          <p:nvPr/>
        </p:nvCxnSpPr>
        <p:spPr>
          <a:xfrm flipV="1">
            <a:off x="8485200" y="677160"/>
            <a:ext cx="403560" cy="921600"/>
          </a:xfrm>
          <a:prstGeom prst="straightConnector1">
            <a:avLst/>
          </a:prstGeom>
          <a:ln w="12700">
            <a:solidFill>
              <a:srgbClr val="000000"/>
            </a:solidFill>
            <a:round/>
            <a:tailEnd len="med" type="arrow" w="med"/>
          </a:ln>
        </p:spPr>
      </p:cxnSp>
      <p:sp>
        <p:nvSpPr>
          <p:cNvPr id="811" name="Oval 54"/>
          <p:cNvSpPr/>
          <p:nvPr/>
        </p:nvSpPr>
        <p:spPr>
          <a:xfrm>
            <a:off x="8888400" y="464400"/>
            <a:ext cx="1068480" cy="425520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Granted amount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2" name="Oval 55"/>
          <p:cNvSpPr/>
          <p:nvPr/>
        </p:nvSpPr>
        <p:spPr>
          <a:xfrm>
            <a:off x="7521480" y="376920"/>
            <a:ext cx="1114560" cy="407160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Budgetary line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13" name="Straight Arrow Connector 56"/>
          <p:cNvCxnSpPr>
            <a:stCxn id="803" idx="0"/>
            <a:endCxn id="812" idx="4"/>
          </p:cNvCxnSpPr>
          <p:nvPr/>
        </p:nvCxnSpPr>
        <p:spPr>
          <a:xfrm flipV="1">
            <a:off x="7994160" y="784080"/>
            <a:ext cx="84960" cy="560520"/>
          </a:xfrm>
          <a:prstGeom prst="straightConnector1">
            <a:avLst/>
          </a:prstGeom>
          <a:ln w="12700">
            <a:solidFill>
              <a:srgbClr val="000000"/>
            </a:solidFill>
            <a:round/>
            <a:tailEnd len="med" type="arrow" w="med"/>
          </a:ln>
        </p:spPr>
      </p:cxnSp>
      <p:sp>
        <p:nvSpPr>
          <p:cNvPr id="809" name="Oval 80"/>
          <p:cNvSpPr/>
          <p:nvPr/>
        </p:nvSpPr>
        <p:spPr>
          <a:xfrm rot="19613400">
            <a:off x="6197760" y="438840"/>
            <a:ext cx="1114560" cy="407160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Start date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5" name="Oval 88"/>
          <p:cNvSpPr/>
          <p:nvPr/>
        </p:nvSpPr>
        <p:spPr>
          <a:xfrm rot="20158200">
            <a:off x="6113520" y="1722960"/>
            <a:ext cx="1114560" cy="407160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End date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7" name="Oval 93"/>
          <p:cNvSpPr/>
          <p:nvPr/>
        </p:nvSpPr>
        <p:spPr>
          <a:xfrm>
            <a:off x="8934840" y="1586160"/>
            <a:ext cx="1067400" cy="407160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Disbursed amount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14" name="Connector: Elbow 2"/>
          <p:cNvCxnSpPr>
            <a:stCxn id="801" idx="3"/>
            <a:endCxn id="803" idx="2"/>
          </p:cNvCxnSpPr>
          <p:nvPr/>
        </p:nvCxnSpPr>
        <p:spPr>
          <a:xfrm flipV="1">
            <a:off x="4648680" y="1852560"/>
            <a:ext cx="3345840" cy="865080"/>
          </a:xfrm>
          <a:prstGeom prst="curvedConnector2">
            <a:avLst/>
          </a:prstGeom>
          <a:ln w="9525">
            <a:solidFill>
              <a:srgbClr val="0D0D0D"/>
            </a:solidFill>
            <a:round/>
          </a:ln>
        </p:spPr>
      </p:cxnSp>
      <p:sp>
        <p:nvSpPr>
          <p:cNvPr id="815" name="Diamond 116"/>
          <p:cNvSpPr/>
          <p:nvPr/>
        </p:nvSpPr>
        <p:spPr>
          <a:xfrm rot="948000">
            <a:off x="5135040" y="972000"/>
            <a:ext cx="1422360" cy="395280"/>
          </a:xfrm>
          <a:prstGeom prst="diamond">
            <a:avLst/>
          </a:prstGeom>
          <a:solidFill>
            <a:schemeClr val="bg1"/>
          </a:solidFill>
          <a:ln w="285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DejaVu Sans"/>
              </a:rPr>
              <a:t>manages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16" name="Straight Arrow Connector 118"/>
          <p:cNvCxnSpPr>
            <a:stCxn id="803" idx="1"/>
            <a:endCxn id="815" idx="3"/>
          </p:cNvCxnSpPr>
          <p:nvPr/>
        </p:nvCxnSpPr>
        <p:spPr>
          <a:xfrm flipH="1" flipV="1">
            <a:off x="6531120" y="1363320"/>
            <a:ext cx="972000" cy="235440"/>
          </a:xfrm>
          <a:prstGeom prst="straightConnector1">
            <a:avLst/>
          </a:prstGeom>
          <a:ln w="38100">
            <a:solidFill>
              <a:srgbClr val="000000"/>
            </a:solidFill>
            <a:round/>
            <a:tailEnd len="med" type="arrow" w="med"/>
          </a:ln>
        </p:spPr>
      </p:cxnSp>
      <p:cxnSp>
        <p:nvCxnSpPr>
          <p:cNvPr id="817" name="Connector: Elbow 3"/>
          <p:cNvCxnSpPr>
            <a:stCxn id="787" idx="2"/>
            <a:endCxn id="815" idx="1"/>
          </p:cNvCxnSpPr>
          <p:nvPr/>
        </p:nvCxnSpPr>
        <p:spPr>
          <a:xfrm flipH="1" rot="16200000">
            <a:off x="4673520" y="487080"/>
            <a:ext cx="554760" cy="423360"/>
          </a:xfrm>
          <a:prstGeom prst="curvedConnector2">
            <a:avLst/>
          </a:prstGeom>
          <a:ln w="9525">
            <a:solidFill>
              <a:srgbClr val="0D0D0D"/>
            </a:solidFill>
            <a:round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ectangle 3"/>
          <p:cNvSpPr/>
          <p:nvPr/>
        </p:nvSpPr>
        <p:spPr>
          <a:xfrm>
            <a:off x="1191960" y="566640"/>
            <a:ext cx="982440" cy="50832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Projects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19" name="Straight Arrow Connector 12"/>
          <p:cNvCxnSpPr>
            <a:stCxn id="818" idx="2"/>
            <a:endCxn id="820" idx="0"/>
          </p:cNvCxnSpPr>
          <p:nvPr/>
        </p:nvCxnSpPr>
        <p:spPr>
          <a:xfrm flipH="1">
            <a:off x="528840" y="1074960"/>
            <a:ext cx="1154880" cy="1224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821" name="Straight Arrow Connector 14"/>
          <p:cNvCxnSpPr>
            <a:stCxn id="818" idx="3"/>
            <a:endCxn id="822" idx="2"/>
          </p:cNvCxnSpPr>
          <p:nvPr/>
        </p:nvCxnSpPr>
        <p:spPr>
          <a:xfrm flipV="1">
            <a:off x="2174400" y="747720"/>
            <a:ext cx="446040" cy="7344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823" name="Straight Arrow Connector 16"/>
          <p:cNvCxnSpPr>
            <a:stCxn id="818" idx="1"/>
            <a:endCxn id="824" idx="7"/>
          </p:cNvCxnSpPr>
          <p:nvPr/>
        </p:nvCxnSpPr>
        <p:spPr>
          <a:xfrm flipH="1" flipV="1">
            <a:off x="779400" y="240120"/>
            <a:ext cx="412920" cy="58104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825" name="Straight Arrow Connector 25"/>
          <p:cNvCxnSpPr>
            <a:stCxn id="826" idx="2"/>
            <a:endCxn id="827" idx="3"/>
          </p:cNvCxnSpPr>
          <p:nvPr/>
        </p:nvCxnSpPr>
        <p:spPr>
          <a:xfrm flipH="1">
            <a:off x="4143240" y="421560"/>
            <a:ext cx="596520" cy="143172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sp>
        <p:nvSpPr>
          <p:cNvPr id="820" name="Oval 5"/>
          <p:cNvSpPr/>
          <p:nvPr/>
        </p:nvSpPr>
        <p:spPr>
          <a:xfrm>
            <a:off x="98640" y="1086840"/>
            <a:ext cx="860400" cy="4986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End date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28" name="Straight Arrow Connector 43"/>
          <p:cNvCxnSpPr>
            <a:endCxn id="818" idx="3"/>
          </p:cNvCxnSpPr>
          <p:nvPr/>
        </p:nvCxnSpPr>
        <p:spPr>
          <a:xfrm flipH="1">
            <a:off x="2174400" y="732600"/>
            <a:ext cx="678960" cy="88560"/>
          </a:xfrm>
          <a:prstGeom prst="straightConnector1">
            <a:avLst/>
          </a:prstGeom>
          <a:ln w="0">
            <a:noFill/>
          </a:ln>
        </p:spPr>
      </p:cxnSp>
      <p:cxnSp>
        <p:nvCxnSpPr>
          <p:cNvPr id="829" name="Straight Arrow Connector 48"/>
          <p:cNvCxnSpPr/>
          <p:nvPr/>
        </p:nvCxnSpPr>
        <p:spPr>
          <a:xfrm>
            <a:off x="3097440" y="1165680"/>
            <a:ext cx="1360800" cy="115200"/>
          </a:xfrm>
          <a:prstGeom prst="straightConnector1">
            <a:avLst/>
          </a:prstGeom>
          <a:ln w="0">
            <a:noFill/>
          </a:ln>
        </p:spPr>
      </p:cxnSp>
      <p:cxnSp>
        <p:nvCxnSpPr>
          <p:cNvPr id="830" name="Straight Arrow Connector 52"/>
          <p:cNvCxnSpPr>
            <a:stCxn id="818" idx="3"/>
            <a:endCxn id="831" idx="2"/>
          </p:cNvCxnSpPr>
          <p:nvPr/>
        </p:nvCxnSpPr>
        <p:spPr>
          <a:xfrm>
            <a:off x="2174400" y="820800"/>
            <a:ext cx="265680" cy="476640"/>
          </a:xfrm>
          <a:prstGeom prst="straightConnector1">
            <a:avLst/>
          </a:prstGeom>
          <a:ln w="0">
            <a:solidFill>
              <a:srgbClr val="000000"/>
            </a:solidFill>
            <a:tailEnd len="med" type="arrow" w="med"/>
          </a:ln>
        </p:spPr>
      </p:cxnSp>
      <p:sp>
        <p:nvSpPr>
          <p:cNvPr id="831" name="Oval 60"/>
          <p:cNvSpPr/>
          <p:nvPr/>
        </p:nvSpPr>
        <p:spPr>
          <a:xfrm>
            <a:off x="2439720" y="1125360"/>
            <a:ext cx="1009080" cy="343080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status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2" name="Oval 65"/>
          <p:cNvSpPr/>
          <p:nvPr/>
        </p:nvSpPr>
        <p:spPr>
          <a:xfrm>
            <a:off x="1641240" y="41400"/>
            <a:ext cx="860400" cy="407160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Title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4" name="Oval 66"/>
          <p:cNvSpPr/>
          <p:nvPr/>
        </p:nvSpPr>
        <p:spPr>
          <a:xfrm>
            <a:off x="45000" y="167400"/>
            <a:ext cx="860400" cy="4986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Start date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2" name="Oval 67"/>
          <p:cNvSpPr/>
          <p:nvPr/>
        </p:nvSpPr>
        <p:spPr>
          <a:xfrm>
            <a:off x="2620080" y="493560"/>
            <a:ext cx="1074960" cy="508320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Project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 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code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33" name="Straight Arrow Connector 69"/>
          <p:cNvCxnSpPr>
            <a:stCxn id="818" idx="0"/>
            <a:endCxn id="832" idx="2"/>
          </p:cNvCxnSpPr>
          <p:nvPr/>
        </p:nvCxnSpPr>
        <p:spPr>
          <a:xfrm flipH="1" flipV="1">
            <a:off x="1641240" y="245160"/>
            <a:ext cx="42480" cy="321840"/>
          </a:xfrm>
          <a:prstGeom prst="straightConnector1">
            <a:avLst/>
          </a:prstGeom>
          <a:ln w="12700">
            <a:solidFill>
              <a:srgbClr val="000000"/>
            </a:solidFill>
            <a:round/>
            <a:tailEnd len="med" type="arrow" w="med"/>
          </a:ln>
        </p:spPr>
      </p:cxnSp>
      <p:cxnSp>
        <p:nvCxnSpPr>
          <p:cNvPr id="834" name="Connector: Elbow 143"/>
          <p:cNvCxnSpPr>
            <a:stCxn id="818" idx="2"/>
            <a:endCxn id="827" idx="1"/>
          </p:cNvCxnSpPr>
          <p:nvPr/>
        </p:nvCxnSpPr>
        <p:spPr>
          <a:xfrm flipH="1" rot="16200000">
            <a:off x="1739880" y="1018080"/>
            <a:ext cx="778320" cy="891360"/>
          </a:xfrm>
          <a:prstGeom prst="curvedConnector2">
            <a:avLst/>
          </a:prstGeom>
          <a:ln w="38100">
            <a:solidFill>
              <a:srgbClr val="0D0D0D"/>
            </a:solidFill>
            <a:round/>
          </a:ln>
        </p:spPr>
      </p:cxnSp>
      <p:sp>
        <p:nvSpPr>
          <p:cNvPr id="827" name="Diamond 167"/>
          <p:cNvSpPr/>
          <p:nvPr/>
        </p:nvSpPr>
        <p:spPr>
          <a:xfrm>
            <a:off x="2574360" y="1564560"/>
            <a:ext cx="1568880" cy="576360"/>
          </a:xfrm>
          <a:prstGeom prst="diamond">
            <a:avLst/>
          </a:prstGeom>
          <a:solidFill>
            <a:schemeClr val="bg1"/>
          </a:solidFill>
          <a:ln w="285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DejaVu Sans"/>
              </a:rPr>
              <a:t>contribute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6" name="Rectangle 4"/>
          <p:cNvSpPr/>
          <p:nvPr/>
        </p:nvSpPr>
        <p:spPr>
          <a:xfrm>
            <a:off x="4114800" y="41400"/>
            <a:ext cx="1248840" cy="38016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2"/>
                </a:solidFill>
                <a:effectLst/>
                <a:uFillTx/>
                <a:latin typeface="Arial"/>
                <a:ea typeface="DejaVu Sans"/>
              </a:rPr>
              <a:t>Person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5" name="Arc 1"/>
          <p:cNvSpPr/>
          <p:nvPr/>
        </p:nvSpPr>
        <p:spPr>
          <a:xfrm>
            <a:off x="518040" y="2202120"/>
            <a:ext cx="1656000" cy="936720"/>
          </a:xfrm>
          <a:prstGeom prst="arc">
            <a:avLst>
              <a:gd name="adj1" fmla="val 16200000"/>
              <a:gd name="adj2" fmla="val 0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fr-FR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36" name="Arc 2"/>
          <p:cNvSpPr/>
          <p:nvPr/>
        </p:nvSpPr>
        <p:spPr>
          <a:xfrm>
            <a:off x="906120" y="2400480"/>
            <a:ext cx="518040" cy="936720"/>
          </a:xfrm>
          <a:prstGeom prst="arc">
            <a:avLst>
              <a:gd name="adj1" fmla="val 16200000"/>
              <a:gd name="adj2" fmla="val 0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fr-FR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cxnSp>
        <p:nvCxnSpPr>
          <p:cNvPr id="837" name="Connector: Elbow 7"/>
          <p:cNvCxnSpPr/>
          <p:nvPr/>
        </p:nvCxnSpPr>
        <p:spPr>
          <a:xfrm flipH="1" flipV="1" rot="5400000">
            <a:off x="374760" y="2862720"/>
            <a:ext cx="1249920" cy="1162800"/>
          </a:xfrm>
          <a:prstGeom prst="bentConnector3">
            <a:avLst>
              <a:gd name="adj1" fmla="val 49956"/>
            </a:avLst>
          </a:prstGeom>
          <a:ln w="0">
            <a:noFill/>
          </a:ln>
        </p:spPr>
      </p:cxnSp>
      <p:sp>
        <p:nvSpPr>
          <p:cNvPr id="838" name="Arc 30"/>
          <p:cNvSpPr/>
          <p:nvPr/>
        </p:nvSpPr>
        <p:spPr>
          <a:xfrm>
            <a:off x="4183560" y="2003760"/>
            <a:ext cx="1807560" cy="1934640"/>
          </a:xfrm>
          <a:prstGeom prst="arc">
            <a:avLst>
              <a:gd name="adj1" fmla="val 10354116"/>
              <a:gd name="adj2" fmla="val 0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fr-FR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cxnSp>
        <p:nvCxnSpPr>
          <p:cNvPr id="839" name="Connector: Elbow 1"/>
          <p:cNvCxnSpPr>
            <a:stCxn id="818" idx="2"/>
            <a:endCxn id="840" idx="1"/>
          </p:cNvCxnSpPr>
          <p:nvPr/>
        </p:nvCxnSpPr>
        <p:spPr>
          <a:xfrm flipH="1" rot="16200000">
            <a:off x="1819440" y="938520"/>
            <a:ext cx="1624680" cy="1897200"/>
          </a:xfrm>
          <a:prstGeom prst="curvedConnector2">
            <a:avLst/>
          </a:prstGeom>
          <a:ln w="38100">
            <a:solidFill>
              <a:srgbClr val="0D0D0D"/>
            </a:solidFill>
            <a:round/>
          </a:ln>
        </p:spPr>
      </p:cxnSp>
      <p:sp>
        <p:nvSpPr>
          <p:cNvPr id="840" name="Diamond 38"/>
          <p:cNvSpPr/>
          <p:nvPr/>
        </p:nvSpPr>
        <p:spPr>
          <a:xfrm rot="58200">
            <a:off x="3579840" y="2494080"/>
            <a:ext cx="1068120" cy="427320"/>
          </a:xfrm>
          <a:prstGeom prst="diamond">
            <a:avLst/>
          </a:prstGeom>
          <a:solidFill>
            <a:schemeClr val="bg1"/>
          </a:solidFill>
          <a:ln w="285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DejaVu Sans"/>
              </a:rPr>
              <a:t>funds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41" name="Straight Arrow Connector 42"/>
          <p:cNvCxnSpPr>
            <a:stCxn id="826" idx="2"/>
            <a:endCxn id="840" idx="0"/>
          </p:cNvCxnSpPr>
          <p:nvPr/>
        </p:nvCxnSpPr>
        <p:spPr>
          <a:xfrm flipH="1">
            <a:off x="4118040" y="421560"/>
            <a:ext cx="621720" cy="207324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sp>
        <p:nvSpPr>
          <p:cNvPr id="842" name="Rectangle 9"/>
          <p:cNvSpPr/>
          <p:nvPr/>
        </p:nvSpPr>
        <p:spPr>
          <a:xfrm>
            <a:off x="7502760" y="1344240"/>
            <a:ext cx="982440" cy="50832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Budget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43" name="Straight Arrow Connector 47"/>
          <p:cNvCxnSpPr>
            <a:stCxn id="842" idx="2"/>
            <a:endCxn id="844" idx="4"/>
          </p:cNvCxnSpPr>
          <p:nvPr/>
        </p:nvCxnSpPr>
        <p:spPr>
          <a:xfrm flipH="1">
            <a:off x="6753600" y="1852560"/>
            <a:ext cx="1240920" cy="26064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845" name="Straight Arrow Connector 49"/>
          <p:cNvCxnSpPr>
            <a:stCxn id="842" idx="3"/>
            <a:endCxn id="846" idx="2"/>
          </p:cNvCxnSpPr>
          <p:nvPr/>
        </p:nvCxnSpPr>
        <p:spPr>
          <a:xfrm>
            <a:off x="8485200" y="1598400"/>
            <a:ext cx="450000" cy="1918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847" name="Straight Arrow Connector 50"/>
          <p:cNvCxnSpPr>
            <a:stCxn id="842" idx="1"/>
            <a:endCxn id="848" idx="4"/>
          </p:cNvCxnSpPr>
          <p:nvPr/>
        </p:nvCxnSpPr>
        <p:spPr>
          <a:xfrm flipH="1" flipV="1">
            <a:off x="6866280" y="813600"/>
            <a:ext cx="636840" cy="78516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849" name="Straight Arrow Connector 53"/>
          <p:cNvCxnSpPr>
            <a:stCxn id="842" idx="3"/>
            <a:endCxn id="850" idx="2"/>
          </p:cNvCxnSpPr>
          <p:nvPr/>
        </p:nvCxnSpPr>
        <p:spPr>
          <a:xfrm flipV="1">
            <a:off x="8485200" y="677160"/>
            <a:ext cx="403560" cy="921600"/>
          </a:xfrm>
          <a:prstGeom prst="straightConnector1">
            <a:avLst/>
          </a:prstGeom>
          <a:ln w="12700">
            <a:solidFill>
              <a:srgbClr val="000000"/>
            </a:solidFill>
            <a:round/>
            <a:tailEnd len="med" type="arrow" w="med"/>
          </a:ln>
        </p:spPr>
      </p:cxnSp>
      <p:sp>
        <p:nvSpPr>
          <p:cNvPr id="850" name="Oval 54"/>
          <p:cNvSpPr/>
          <p:nvPr/>
        </p:nvSpPr>
        <p:spPr>
          <a:xfrm>
            <a:off x="8888400" y="464400"/>
            <a:ext cx="1068480" cy="425520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Granted amount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1" name="Oval 55"/>
          <p:cNvSpPr/>
          <p:nvPr/>
        </p:nvSpPr>
        <p:spPr>
          <a:xfrm>
            <a:off x="7521480" y="376920"/>
            <a:ext cx="1114560" cy="407160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Budgetary line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52" name="Straight Arrow Connector 56"/>
          <p:cNvCxnSpPr>
            <a:stCxn id="842" idx="0"/>
            <a:endCxn id="851" idx="4"/>
          </p:cNvCxnSpPr>
          <p:nvPr/>
        </p:nvCxnSpPr>
        <p:spPr>
          <a:xfrm flipV="1">
            <a:off x="7994160" y="784080"/>
            <a:ext cx="84960" cy="560520"/>
          </a:xfrm>
          <a:prstGeom prst="straightConnector1">
            <a:avLst/>
          </a:prstGeom>
          <a:ln w="12700">
            <a:solidFill>
              <a:srgbClr val="000000"/>
            </a:solidFill>
            <a:round/>
            <a:tailEnd len="med" type="arrow" w="med"/>
          </a:ln>
        </p:spPr>
      </p:cxnSp>
      <p:sp>
        <p:nvSpPr>
          <p:cNvPr id="848" name="Oval 80"/>
          <p:cNvSpPr/>
          <p:nvPr/>
        </p:nvSpPr>
        <p:spPr>
          <a:xfrm rot="19613400">
            <a:off x="6197760" y="438840"/>
            <a:ext cx="1114560" cy="407160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Start date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4" name="Oval 88"/>
          <p:cNvSpPr/>
          <p:nvPr/>
        </p:nvSpPr>
        <p:spPr>
          <a:xfrm rot="20158200">
            <a:off x="6113520" y="1722960"/>
            <a:ext cx="1114560" cy="407160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End date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6" name="Oval 93"/>
          <p:cNvSpPr/>
          <p:nvPr/>
        </p:nvSpPr>
        <p:spPr>
          <a:xfrm>
            <a:off x="8934840" y="1586160"/>
            <a:ext cx="1067400" cy="407160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Disbursed amount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53" name="Connector: Elbow 2"/>
          <p:cNvCxnSpPr>
            <a:stCxn id="840" idx="3"/>
            <a:endCxn id="842" idx="2"/>
          </p:cNvCxnSpPr>
          <p:nvPr/>
        </p:nvCxnSpPr>
        <p:spPr>
          <a:xfrm flipV="1">
            <a:off x="4648680" y="1852560"/>
            <a:ext cx="3345840" cy="865080"/>
          </a:xfrm>
          <a:prstGeom prst="curvedConnector2">
            <a:avLst/>
          </a:prstGeom>
          <a:ln w="9525">
            <a:solidFill>
              <a:srgbClr val="0D0D0D"/>
            </a:solidFill>
            <a:round/>
          </a:ln>
        </p:spPr>
      </p:cxnSp>
      <p:sp>
        <p:nvSpPr>
          <p:cNvPr id="854" name="Diamond 116"/>
          <p:cNvSpPr/>
          <p:nvPr/>
        </p:nvSpPr>
        <p:spPr>
          <a:xfrm rot="948000">
            <a:off x="5135040" y="972000"/>
            <a:ext cx="1422360" cy="395280"/>
          </a:xfrm>
          <a:prstGeom prst="diamond">
            <a:avLst/>
          </a:prstGeom>
          <a:solidFill>
            <a:schemeClr val="bg1"/>
          </a:solidFill>
          <a:ln w="285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DejaVu Sans"/>
              </a:rPr>
              <a:t>manages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55" name="Straight Arrow Connector 118"/>
          <p:cNvCxnSpPr>
            <a:stCxn id="842" idx="1"/>
            <a:endCxn id="854" idx="3"/>
          </p:cNvCxnSpPr>
          <p:nvPr/>
        </p:nvCxnSpPr>
        <p:spPr>
          <a:xfrm flipH="1" flipV="1">
            <a:off x="6531120" y="1363320"/>
            <a:ext cx="972000" cy="235440"/>
          </a:xfrm>
          <a:prstGeom prst="straightConnector1">
            <a:avLst/>
          </a:prstGeom>
          <a:ln w="38100">
            <a:solidFill>
              <a:srgbClr val="000000"/>
            </a:solidFill>
            <a:round/>
            <a:tailEnd len="med" type="arrow" w="med"/>
          </a:ln>
        </p:spPr>
      </p:cxnSp>
      <p:cxnSp>
        <p:nvCxnSpPr>
          <p:cNvPr id="856" name="Connector: Elbow 3"/>
          <p:cNvCxnSpPr>
            <a:stCxn id="826" idx="2"/>
            <a:endCxn id="854" idx="1"/>
          </p:cNvCxnSpPr>
          <p:nvPr/>
        </p:nvCxnSpPr>
        <p:spPr>
          <a:xfrm flipH="1" rot="16200000">
            <a:off x="4673520" y="487080"/>
            <a:ext cx="554760" cy="423360"/>
          </a:xfrm>
          <a:prstGeom prst="curvedConnector2">
            <a:avLst/>
          </a:prstGeom>
          <a:ln w="9525">
            <a:solidFill>
              <a:srgbClr val="0D0D0D"/>
            </a:solidFill>
            <a:round/>
          </a:ln>
        </p:spPr>
      </p:cxnSp>
      <p:sp>
        <p:nvSpPr>
          <p:cNvPr id="857" name="Rectangle 11"/>
          <p:cNvSpPr/>
          <p:nvPr/>
        </p:nvSpPr>
        <p:spPr>
          <a:xfrm>
            <a:off x="898920" y="4221720"/>
            <a:ext cx="1164600" cy="50832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Equipment Model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58" name="Straight Arrow Connector 4"/>
          <p:cNvCxnSpPr>
            <a:stCxn id="857" idx="2"/>
            <a:endCxn id="859" idx="0"/>
          </p:cNvCxnSpPr>
          <p:nvPr/>
        </p:nvCxnSpPr>
        <p:spPr>
          <a:xfrm flipH="1">
            <a:off x="803160" y="4730040"/>
            <a:ext cx="678600" cy="36216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860" name="Straight Arrow Connector 6"/>
          <p:cNvCxnSpPr>
            <a:stCxn id="857" idx="3"/>
            <a:endCxn id="861" idx="2"/>
          </p:cNvCxnSpPr>
          <p:nvPr/>
        </p:nvCxnSpPr>
        <p:spPr>
          <a:xfrm flipV="1">
            <a:off x="2063520" y="4183920"/>
            <a:ext cx="605520" cy="29232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862" name="Straight Arrow Connector 8"/>
          <p:cNvCxnSpPr>
            <a:stCxn id="857" idx="1"/>
            <a:endCxn id="863" idx="4"/>
          </p:cNvCxnSpPr>
          <p:nvPr/>
        </p:nvCxnSpPr>
        <p:spPr>
          <a:xfrm flipH="1" flipV="1">
            <a:off x="580680" y="3990600"/>
            <a:ext cx="318600" cy="48564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859" name="Oval 9"/>
          <p:cNvSpPr/>
          <p:nvPr/>
        </p:nvSpPr>
        <p:spPr>
          <a:xfrm>
            <a:off x="181440" y="5091840"/>
            <a:ext cx="1243080" cy="4194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Commercial name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64" name="Straight Arrow Connector 11"/>
          <p:cNvCxnSpPr>
            <a:endCxn id="857" idx="3"/>
          </p:cNvCxnSpPr>
          <p:nvPr/>
        </p:nvCxnSpPr>
        <p:spPr>
          <a:xfrm flipH="1">
            <a:off x="2063520" y="4387680"/>
            <a:ext cx="496440" cy="88560"/>
          </a:xfrm>
          <a:prstGeom prst="straightConnector1">
            <a:avLst/>
          </a:prstGeom>
          <a:ln w="0">
            <a:noFill/>
          </a:ln>
        </p:spPr>
      </p:cxnSp>
      <p:cxnSp>
        <p:nvCxnSpPr>
          <p:cNvPr id="865" name="Straight Arrow Connector 13"/>
          <p:cNvCxnSpPr>
            <a:stCxn id="857" idx="3"/>
            <a:endCxn id="866" idx="2"/>
          </p:cNvCxnSpPr>
          <p:nvPr/>
        </p:nvCxnSpPr>
        <p:spPr>
          <a:xfrm>
            <a:off x="2063520" y="4475880"/>
            <a:ext cx="521280" cy="622080"/>
          </a:xfrm>
          <a:prstGeom prst="straightConnector1">
            <a:avLst/>
          </a:prstGeom>
          <a:ln w="0">
            <a:solidFill>
              <a:srgbClr val="000000"/>
            </a:solidFill>
            <a:tailEnd len="med" type="arrow" w="med"/>
          </a:ln>
        </p:spPr>
      </p:cxnSp>
      <p:sp>
        <p:nvSpPr>
          <p:cNvPr id="866" name="Oval 15"/>
          <p:cNvSpPr/>
          <p:nvPr/>
        </p:nvSpPr>
        <p:spPr>
          <a:xfrm>
            <a:off x="2584440" y="4855680"/>
            <a:ext cx="977400" cy="483840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Model identifier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7" name="Oval 17"/>
          <p:cNvSpPr/>
          <p:nvPr/>
        </p:nvSpPr>
        <p:spPr>
          <a:xfrm>
            <a:off x="929520" y="3101760"/>
            <a:ext cx="1322640" cy="3438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manufacturer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1" name="Oval 18"/>
          <p:cNvSpPr/>
          <p:nvPr/>
        </p:nvSpPr>
        <p:spPr>
          <a:xfrm>
            <a:off x="2668680" y="3957840"/>
            <a:ext cx="977400" cy="4518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Special training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68" name="Straight Arrow Connector 19"/>
          <p:cNvCxnSpPr>
            <a:stCxn id="857" idx="0"/>
            <a:endCxn id="867" idx="4"/>
          </p:cNvCxnSpPr>
          <p:nvPr/>
        </p:nvCxnSpPr>
        <p:spPr>
          <a:xfrm flipV="1">
            <a:off x="1481400" y="3445560"/>
            <a:ext cx="109800" cy="776520"/>
          </a:xfrm>
          <a:prstGeom prst="straightConnector1">
            <a:avLst/>
          </a:prstGeom>
          <a:ln w="12700">
            <a:solidFill>
              <a:srgbClr val="000000"/>
            </a:solidFill>
            <a:round/>
            <a:tailEnd len="med" type="arrow" w="med"/>
          </a:ln>
        </p:spPr>
      </p:cxnSp>
      <p:cxnSp>
        <p:nvCxnSpPr>
          <p:cNvPr id="869" name="Connector: Elbow 4"/>
          <p:cNvCxnSpPr>
            <a:stCxn id="857" idx="2"/>
            <a:endCxn id="870" idx="1"/>
          </p:cNvCxnSpPr>
          <p:nvPr/>
        </p:nvCxnSpPr>
        <p:spPr>
          <a:xfrm flipH="1" rot="16200000">
            <a:off x="2164320" y="4046760"/>
            <a:ext cx="883080" cy="2249280"/>
          </a:xfrm>
          <a:prstGeom prst="curvedConnector2">
            <a:avLst/>
          </a:prstGeom>
          <a:ln w="38100">
            <a:solidFill>
              <a:srgbClr val="0D0D0D"/>
            </a:solidFill>
            <a:round/>
          </a:ln>
        </p:spPr>
      </p:cxnSp>
      <p:sp>
        <p:nvSpPr>
          <p:cNvPr id="863" name="Oval 72"/>
          <p:cNvSpPr/>
          <p:nvPr/>
        </p:nvSpPr>
        <p:spPr>
          <a:xfrm rot="19681800">
            <a:off x="-22680" y="3555720"/>
            <a:ext cx="958320" cy="4698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category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71" name="Straight Arrow Connector 108"/>
          <p:cNvCxnSpPr>
            <a:stCxn id="857" idx="0"/>
            <a:endCxn id="872" idx="2"/>
          </p:cNvCxnSpPr>
          <p:nvPr/>
        </p:nvCxnSpPr>
        <p:spPr>
          <a:xfrm flipV="1">
            <a:off x="1481400" y="3790800"/>
            <a:ext cx="935280" cy="431280"/>
          </a:xfrm>
          <a:prstGeom prst="straightConnector1">
            <a:avLst/>
          </a:prstGeom>
          <a:ln w="12700">
            <a:solidFill>
              <a:srgbClr val="000000"/>
            </a:solidFill>
            <a:round/>
            <a:tailEnd len="med" type="arrow" w="med"/>
          </a:ln>
        </p:spPr>
      </p:cxnSp>
      <p:sp>
        <p:nvSpPr>
          <p:cNvPr id="872" name="Oval 113"/>
          <p:cNvSpPr/>
          <p:nvPr/>
        </p:nvSpPr>
        <p:spPr>
          <a:xfrm rot="20364600">
            <a:off x="2374200" y="3341880"/>
            <a:ext cx="1309680" cy="436320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Required environment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0" name="Diamond 130"/>
          <p:cNvSpPr/>
          <p:nvPr/>
        </p:nvSpPr>
        <p:spPr>
          <a:xfrm rot="19785000">
            <a:off x="3616200" y="4885200"/>
            <a:ext cx="1675440" cy="610560"/>
          </a:xfrm>
          <a:prstGeom prst="diamond">
            <a:avLst/>
          </a:prstGeom>
          <a:solidFill>
            <a:schemeClr val="bg1"/>
          </a:solidFill>
          <a:ln w="285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DejaVu Sans"/>
              </a:rPr>
              <a:t>correspond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Rectangle 7"/>
          <p:cNvSpPr/>
          <p:nvPr/>
        </p:nvSpPr>
        <p:spPr>
          <a:xfrm>
            <a:off x="1029960" y="589320"/>
            <a:ext cx="982440" cy="50832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Projects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74" name="Straight Arrow Connector 12"/>
          <p:cNvCxnSpPr>
            <a:stCxn id="873" idx="2"/>
            <a:endCxn id="875" idx="0"/>
          </p:cNvCxnSpPr>
          <p:nvPr/>
        </p:nvCxnSpPr>
        <p:spPr>
          <a:xfrm flipH="1" flipV="1">
            <a:off x="528840" y="1086840"/>
            <a:ext cx="992880" cy="1116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876" name="Straight Arrow Connector 14"/>
          <p:cNvCxnSpPr>
            <a:stCxn id="873" idx="3"/>
            <a:endCxn id="877" idx="2"/>
          </p:cNvCxnSpPr>
          <p:nvPr/>
        </p:nvCxnSpPr>
        <p:spPr>
          <a:xfrm flipV="1">
            <a:off x="2012400" y="552600"/>
            <a:ext cx="563400" cy="29124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878" name="Straight Arrow Connector 16"/>
          <p:cNvCxnSpPr>
            <a:stCxn id="873" idx="1"/>
            <a:endCxn id="879" idx="4"/>
          </p:cNvCxnSpPr>
          <p:nvPr/>
        </p:nvCxnSpPr>
        <p:spPr>
          <a:xfrm flipH="1" flipV="1">
            <a:off x="475200" y="666000"/>
            <a:ext cx="555120" cy="17784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880" name="Straight Arrow Connector 25"/>
          <p:cNvCxnSpPr>
            <a:stCxn id="881" idx="2"/>
            <a:endCxn id="882" idx="3"/>
          </p:cNvCxnSpPr>
          <p:nvPr/>
        </p:nvCxnSpPr>
        <p:spPr>
          <a:xfrm flipH="1">
            <a:off x="4143240" y="421560"/>
            <a:ext cx="596520" cy="143172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sp>
        <p:nvSpPr>
          <p:cNvPr id="875" name="Oval 5"/>
          <p:cNvSpPr/>
          <p:nvPr/>
        </p:nvSpPr>
        <p:spPr>
          <a:xfrm>
            <a:off x="98640" y="1086840"/>
            <a:ext cx="860400" cy="4986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End date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83" name="Straight Arrow Connector 43"/>
          <p:cNvCxnSpPr>
            <a:endCxn id="873" idx="3"/>
          </p:cNvCxnSpPr>
          <p:nvPr/>
        </p:nvCxnSpPr>
        <p:spPr>
          <a:xfrm flipH="1">
            <a:off x="2012400" y="755280"/>
            <a:ext cx="678960" cy="88560"/>
          </a:xfrm>
          <a:prstGeom prst="straightConnector1">
            <a:avLst/>
          </a:prstGeom>
          <a:ln w="0">
            <a:noFill/>
          </a:ln>
        </p:spPr>
      </p:cxnSp>
      <p:cxnSp>
        <p:nvCxnSpPr>
          <p:cNvPr id="884" name="Straight Arrow Connector 48"/>
          <p:cNvCxnSpPr/>
          <p:nvPr/>
        </p:nvCxnSpPr>
        <p:spPr>
          <a:xfrm>
            <a:off x="3097440" y="1165680"/>
            <a:ext cx="1360800" cy="115200"/>
          </a:xfrm>
          <a:prstGeom prst="straightConnector1">
            <a:avLst/>
          </a:prstGeom>
          <a:ln w="0">
            <a:noFill/>
          </a:ln>
        </p:spPr>
      </p:cxnSp>
      <p:cxnSp>
        <p:nvCxnSpPr>
          <p:cNvPr id="885" name="Straight Arrow Connector 52"/>
          <p:cNvCxnSpPr>
            <a:stCxn id="873" idx="3"/>
            <a:endCxn id="886" idx="2"/>
          </p:cNvCxnSpPr>
          <p:nvPr/>
        </p:nvCxnSpPr>
        <p:spPr>
          <a:xfrm>
            <a:off x="2012400" y="843480"/>
            <a:ext cx="427680" cy="453960"/>
          </a:xfrm>
          <a:prstGeom prst="straightConnector1">
            <a:avLst/>
          </a:prstGeom>
          <a:ln w="0">
            <a:solidFill>
              <a:srgbClr val="000000"/>
            </a:solidFill>
            <a:tailEnd len="med" type="arrow" w="med"/>
          </a:ln>
        </p:spPr>
      </p:cxnSp>
      <p:sp>
        <p:nvSpPr>
          <p:cNvPr id="886" name="Oval 60"/>
          <p:cNvSpPr/>
          <p:nvPr/>
        </p:nvSpPr>
        <p:spPr>
          <a:xfrm>
            <a:off x="2439720" y="1125360"/>
            <a:ext cx="1009080" cy="343080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status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7" name="Oval 65"/>
          <p:cNvSpPr/>
          <p:nvPr/>
        </p:nvSpPr>
        <p:spPr>
          <a:xfrm>
            <a:off x="1641240" y="41400"/>
            <a:ext cx="860400" cy="407160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Title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9" name="Oval 66"/>
          <p:cNvSpPr/>
          <p:nvPr/>
        </p:nvSpPr>
        <p:spPr>
          <a:xfrm>
            <a:off x="45000" y="167400"/>
            <a:ext cx="860400" cy="4986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Start date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7" name="Oval 67"/>
          <p:cNvSpPr/>
          <p:nvPr/>
        </p:nvSpPr>
        <p:spPr>
          <a:xfrm>
            <a:off x="2575440" y="298440"/>
            <a:ext cx="1074960" cy="508320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Project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 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code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88" name="Straight Arrow Connector 69"/>
          <p:cNvCxnSpPr>
            <a:stCxn id="873" idx="0"/>
            <a:endCxn id="887" idx="2"/>
          </p:cNvCxnSpPr>
          <p:nvPr/>
        </p:nvCxnSpPr>
        <p:spPr>
          <a:xfrm flipV="1">
            <a:off x="1521360" y="245160"/>
            <a:ext cx="120240" cy="344520"/>
          </a:xfrm>
          <a:prstGeom prst="straightConnector1">
            <a:avLst/>
          </a:prstGeom>
          <a:ln w="12700">
            <a:solidFill>
              <a:srgbClr val="000000"/>
            </a:solidFill>
            <a:round/>
            <a:tailEnd len="med" type="arrow" w="med"/>
          </a:ln>
        </p:spPr>
      </p:cxnSp>
      <p:cxnSp>
        <p:nvCxnSpPr>
          <p:cNvPr id="889" name="Connector: Elbow 143"/>
          <p:cNvCxnSpPr>
            <a:stCxn id="873" idx="2"/>
            <a:endCxn id="882" idx="1"/>
          </p:cNvCxnSpPr>
          <p:nvPr/>
        </p:nvCxnSpPr>
        <p:spPr>
          <a:xfrm flipH="1" rot="16200000">
            <a:off x="1670040" y="948600"/>
            <a:ext cx="755640" cy="1053360"/>
          </a:xfrm>
          <a:prstGeom prst="curvedConnector2">
            <a:avLst/>
          </a:prstGeom>
          <a:ln w="38100">
            <a:solidFill>
              <a:srgbClr val="0D0D0D"/>
            </a:solidFill>
            <a:round/>
          </a:ln>
        </p:spPr>
      </p:cxnSp>
      <p:sp>
        <p:nvSpPr>
          <p:cNvPr id="882" name="Diamond 167"/>
          <p:cNvSpPr/>
          <p:nvPr/>
        </p:nvSpPr>
        <p:spPr>
          <a:xfrm>
            <a:off x="2574360" y="1564560"/>
            <a:ext cx="1568880" cy="576360"/>
          </a:xfrm>
          <a:prstGeom prst="diamond">
            <a:avLst/>
          </a:prstGeom>
          <a:solidFill>
            <a:schemeClr val="bg1"/>
          </a:solidFill>
          <a:ln w="285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DejaVu Sans"/>
              </a:rPr>
              <a:t>contribute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1" name="Rectangle 8"/>
          <p:cNvSpPr/>
          <p:nvPr/>
        </p:nvSpPr>
        <p:spPr>
          <a:xfrm>
            <a:off x="4114800" y="41400"/>
            <a:ext cx="1248840" cy="38016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2"/>
                </a:solidFill>
                <a:effectLst/>
                <a:uFillTx/>
                <a:latin typeface="Arial"/>
                <a:ea typeface="DejaVu Sans"/>
              </a:rPr>
              <a:t>Person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0" name="Arc 1"/>
          <p:cNvSpPr/>
          <p:nvPr/>
        </p:nvSpPr>
        <p:spPr>
          <a:xfrm>
            <a:off x="518040" y="2202120"/>
            <a:ext cx="1656000" cy="936720"/>
          </a:xfrm>
          <a:prstGeom prst="arc">
            <a:avLst>
              <a:gd name="adj1" fmla="val 16200000"/>
              <a:gd name="adj2" fmla="val 0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fr-FR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91" name="Arc 2"/>
          <p:cNvSpPr/>
          <p:nvPr/>
        </p:nvSpPr>
        <p:spPr>
          <a:xfrm>
            <a:off x="906120" y="2400480"/>
            <a:ext cx="518040" cy="936720"/>
          </a:xfrm>
          <a:prstGeom prst="arc">
            <a:avLst>
              <a:gd name="adj1" fmla="val 16200000"/>
              <a:gd name="adj2" fmla="val 0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fr-FR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cxnSp>
        <p:nvCxnSpPr>
          <p:cNvPr id="892" name="Connector: Elbow 7"/>
          <p:cNvCxnSpPr/>
          <p:nvPr/>
        </p:nvCxnSpPr>
        <p:spPr>
          <a:xfrm flipH="1" flipV="1" rot="5400000">
            <a:off x="374760" y="2862720"/>
            <a:ext cx="1249920" cy="1162800"/>
          </a:xfrm>
          <a:prstGeom prst="bentConnector3">
            <a:avLst>
              <a:gd name="adj1" fmla="val 49956"/>
            </a:avLst>
          </a:prstGeom>
          <a:ln w="0">
            <a:noFill/>
          </a:ln>
        </p:spPr>
      </p:cxnSp>
      <p:cxnSp>
        <p:nvCxnSpPr>
          <p:cNvPr id="893" name="Connector: Elbow 1"/>
          <p:cNvCxnSpPr>
            <a:stCxn id="873" idx="2"/>
            <a:endCxn id="894" idx="1"/>
          </p:cNvCxnSpPr>
          <p:nvPr/>
        </p:nvCxnSpPr>
        <p:spPr>
          <a:xfrm flipH="1" rot="16200000">
            <a:off x="1749960" y="868680"/>
            <a:ext cx="1602000" cy="2059200"/>
          </a:xfrm>
          <a:prstGeom prst="curvedConnector2">
            <a:avLst/>
          </a:prstGeom>
          <a:ln w="38100">
            <a:solidFill>
              <a:srgbClr val="0D0D0D"/>
            </a:solidFill>
            <a:round/>
          </a:ln>
        </p:spPr>
      </p:cxnSp>
      <p:sp>
        <p:nvSpPr>
          <p:cNvPr id="894" name="Diamond 38"/>
          <p:cNvSpPr/>
          <p:nvPr/>
        </p:nvSpPr>
        <p:spPr>
          <a:xfrm rot="58200">
            <a:off x="3579840" y="2494080"/>
            <a:ext cx="1068120" cy="427320"/>
          </a:xfrm>
          <a:prstGeom prst="diamond">
            <a:avLst/>
          </a:prstGeom>
          <a:solidFill>
            <a:schemeClr val="bg1"/>
          </a:solidFill>
          <a:ln w="285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DejaVu Sans"/>
              </a:rPr>
              <a:t>funds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95" name="Straight Arrow Connector 42"/>
          <p:cNvCxnSpPr>
            <a:stCxn id="881" idx="2"/>
            <a:endCxn id="894" idx="0"/>
          </p:cNvCxnSpPr>
          <p:nvPr/>
        </p:nvCxnSpPr>
        <p:spPr>
          <a:xfrm flipH="1">
            <a:off x="4118040" y="421560"/>
            <a:ext cx="621720" cy="2073240"/>
          </a:xfrm>
          <a:prstGeom prst="straightConnector1">
            <a:avLst/>
          </a:prstGeom>
          <a:ln w="38160">
            <a:solidFill>
              <a:srgbClr val="000000"/>
            </a:solidFill>
            <a:round/>
          </a:ln>
        </p:spPr>
      </p:cxnSp>
      <p:sp>
        <p:nvSpPr>
          <p:cNvPr id="896" name="Rectangle 18"/>
          <p:cNvSpPr/>
          <p:nvPr/>
        </p:nvSpPr>
        <p:spPr>
          <a:xfrm>
            <a:off x="7502760" y="1344240"/>
            <a:ext cx="982440" cy="50832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Budget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97" name="Straight Arrow Connector 47"/>
          <p:cNvCxnSpPr>
            <a:stCxn id="896" idx="2"/>
            <a:endCxn id="898" idx="4"/>
          </p:cNvCxnSpPr>
          <p:nvPr/>
        </p:nvCxnSpPr>
        <p:spPr>
          <a:xfrm flipH="1">
            <a:off x="6753600" y="1852560"/>
            <a:ext cx="1240920" cy="26064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899" name="Straight Arrow Connector 49"/>
          <p:cNvCxnSpPr>
            <a:stCxn id="896" idx="3"/>
            <a:endCxn id="900" idx="2"/>
          </p:cNvCxnSpPr>
          <p:nvPr/>
        </p:nvCxnSpPr>
        <p:spPr>
          <a:xfrm>
            <a:off x="8485200" y="1598400"/>
            <a:ext cx="450000" cy="1918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901" name="Straight Arrow Connector 50"/>
          <p:cNvCxnSpPr>
            <a:stCxn id="896" idx="1"/>
            <a:endCxn id="902" idx="4"/>
          </p:cNvCxnSpPr>
          <p:nvPr/>
        </p:nvCxnSpPr>
        <p:spPr>
          <a:xfrm flipH="1" flipV="1">
            <a:off x="6866280" y="813600"/>
            <a:ext cx="636840" cy="78516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903" name="Straight Arrow Connector 53"/>
          <p:cNvCxnSpPr>
            <a:stCxn id="896" idx="3"/>
            <a:endCxn id="904" idx="2"/>
          </p:cNvCxnSpPr>
          <p:nvPr/>
        </p:nvCxnSpPr>
        <p:spPr>
          <a:xfrm flipV="1">
            <a:off x="8485200" y="677160"/>
            <a:ext cx="403560" cy="921600"/>
          </a:xfrm>
          <a:prstGeom prst="straightConnector1">
            <a:avLst/>
          </a:prstGeom>
          <a:ln w="12700">
            <a:solidFill>
              <a:srgbClr val="000000"/>
            </a:solidFill>
            <a:round/>
            <a:tailEnd len="med" type="arrow" w="med"/>
          </a:ln>
        </p:spPr>
      </p:cxnSp>
      <p:sp>
        <p:nvSpPr>
          <p:cNvPr id="904" name="Oval 54"/>
          <p:cNvSpPr/>
          <p:nvPr/>
        </p:nvSpPr>
        <p:spPr>
          <a:xfrm>
            <a:off x="8888400" y="464400"/>
            <a:ext cx="1068480" cy="425520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Granted amount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5" name="Oval 55"/>
          <p:cNvSpPr/>
          <p:nvPr/>
        </p:nvSpPr>
        <p:spPr>
          <a:xfrm>
            <a:off x="7521480" y="376920"/>
            <a:ext cx="1114560" cy="407160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Budgetary line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06" name="Straight Arrow Connector 56"/>
          <p:cNvCxnSpPr>
            <a:stCxn id="896" idx="0"/>
            <a:endCxn id="905" idx="4"/>
          </p:cNvCxnSpPr>
          <p:nvPr/>
        </p:nvCxnSpPr>
        <p:spPr>
          <a:xfrm flipV="1">
            <a:off x="7994160" y="784080"/>
            <a:ext cx="84960" cy="560520"/>
          </a:xfrm>
          <a:prstGeom prst="straightConnector1">
            <a:avLst/>
          </a:prstGeom>
          <a:ln w="12700">
            <a:solidFill>
              <a:srgbClr val="000000"/>
            </a:solidFill>
            <a:round/>
            <a:tailEnd len="med" type="arrow" w="med"/>
          </a:ln>
        </p:spPr>
      </p:cxnSp>
      <p:sp>
        <p:nvSpPr>
          <p:cNvPr id="902" name="Oval 80"/>
          <p:cNvSpPr/>
          <p:nvPr/>
        </p:nvSpPr>
        <p:spPr>
          <a:xfrm rot="19613400">
            <a:off x="6197760" y="438840"/>
            <a:ext cx="1114560" cy="407160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Start date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8" name="Oval 88"/>
          <p:cNvSpPr/>
          <p:nvPr/>
        </p:nvSpPr>
        <p:spPr>
          <a:xfrm rot="20158200">
            <a:off x="6113520" y="1722960"/>
            <a:ext cx="1114560" cy="407160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End date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0" name="Oval 93"/>
          <p:cNvSpPr/>
          <p:nvPr/>
        </p:nvSpPr>
        <p:spPr>
          <a:xfrm>
            <a:off x="8934840" y="1586160"/>
            <a:ext cx="1067400" cy="407160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Disbursed amount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07" name="Connector: Elbow 2"/>
          <p:cNvCxnSpPr>
            <a:stCxn id="894" idx="3"/>
            <a:endCxn id="896" idx="2"/>
          </p:cNvCxnSpPr>
          <p:nvPr/>
        </p:nvCxnSpPr>
        <p:spPr>
          <a:xfrm flipV="1">
            <a:off x="4648680" y="1852560"/>
            <a:ext cx="3345840" cy="865080"/>
          </a:xfrm>
          <a:prstGeom prst="curvedConnector2">
            <a:avLst/>
          </a:prstGeom>
          <a:ln w="9525">
            <a:solidFill>
              <a:srgbClr val="0D0D0D"/>
            </a:solidFill>
            <a:round/>
          </a:ln>
        </p:spPr>
      </p:cxnSp>
      <p:sp>
        <p:nvSpPr>
          <p:cNvPr id="908" name="Diamond 116"/>
          <p:cNvSpPr/>
          <p:nvPr/>
        </p:nvSpPr>
        <p:spPr>
          <a:xfrm rot="948000">
            <a:off x="5135040" y="972000"/>
            <a:ext cx="1422360" cy="395280"/>
          </a:xfrm>
          <a:prstGeom prst="diamond">
            <a:avLst/>
          </a:prstGeom>
          <a:solidFill>
            <a:schemeClr val="bg1"/>
          </a:solidFill>
          <a:ln w="285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DejaVu Sans"/>
              </a:rPr>
              <a:t>manages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09" name="Straight Arrow Connector 118"/>
          <p:cNvCxnSpPr>
            <a:stCxn id="896" idx="1"/>
            <a:endCxn id="908" idx="3"/>
          </p:cNvCxnSpPr>
          <p:nvPr/>
        </p:nvCxnSpPr>
        <p:spPr>
          <a:xfrm flipH="1" flipV="1">
            <a:off x="6531120" y="1363320"/>
            <a:ext cx="972000" cy="235440"/>
          </a:xfrm>
          <a:prstGeom prst="straightConnector1">
            <a:avLst/>
          </a:prstGeom>
          <a:ln w="38100">
            <a:solidFill>
              <a:srgbClr val="000000"/>
            </a:solidFill>
            <a:round/>
            <a:tailEnd len="med" type="arrow" w="med"/>
          </a:ln>
        </p:spPr>
      </p:cxnSp>
      <p:cxnSp>
        <p:nvCxnSpPr>
          <p:cNvPr id="910" name="Connector: Elbow 3"/>
          <p:cNvCxnSpPr>
            <a:stCxn id="881" idx="2"/>
            <a:endCxn id="908" idx="1"/>
          </p:cNvCxnSpPr>
          <p:nvPr/>
        </p:nvCxnSpPr>
        <p:spPr>
          <a:xfrm flipH="1" rot="16200000">
            <a:off x="4673520" y="487080"/>
            <a:ext cx="554760" cy="423360"/>
          </a:xfrm>
          <a:prstGeom prst="curvedConnector2">
            <a:avLst/>
          </a:prstGeom>
          <a:ln w="9525">
            <a:solidFill>
              <a:srgbClr val="0D0D0D"/>
            </a:solidFill>
            <a:round/>
          </a:ln>
        </p:spPr>
      </p:cxnSp>
      <p:sp>
        <p:nvSpPr>
          <p:cNvPr id="911" name="Rectangle 19"/>
          <p:cNvSpPr/>
          <p:nvPr/>
        </p:nvSpPr>
        <p:spPr>
          <a:xfrm>
            <a:off x="898920" y="4221720"/>
            <a:ext cx="1164600" cy="50832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Equipment Model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12" name="Straight Arrow Connector 4"/>
          <p:cNvCxnSpPr>
            <a:stCxn id="911" idx="2"/>
            <a:endCxn id="913" idx="0"/>
          </p:cNvCxnSpPr>
          <p:nvPr/>
        </p:nvCxnSpPr>
        <p:spPr>
          <a:xfrm flipH="1">
            <a:off x="803160" y="4730040"/>
            <a:ext cx="678600" cy="36216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914" name="Straight Arrow Connector 6"/>
          <p:cNvCxnSpPr>
            <a:stCxn id="911" idx="3"/>
            <a:endCxn id="915" idx="2"/>
          </p:cNvCxnSpPr>
          <p:nvPr/>
        </p:nvCxnSpPr>
        <p:spPr>
          <a:xfrm flipV="1">
            <a:off x="2063520" y="4183920"/>
            <a:ext cx="605520" cy="29232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916" name="Straight Arrow Connector 8"/>
          <p:cNvCxnSpPr>
            <a:stCxn id="911" idx="1"/>
            <a:endCxn id="917" idx="4"/>
          </p:cNvCxnSpPr>
          <p:nvPr/>
        </p:nvCxnSpPr>
        <p:spPr>
          <a:xfrm flipH="1" flipV="1">
            <a:off x="580680" y="3990600"/>
            <a:ext cx="318600" cy="48564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913" name="Oval 9"/>
          <p:cNvSpPr/>
          <p:nvPr/>
        </p:nvSpPr>
        <p:spPr>
          <a:xfrm>
            <a:off x="181440" y="5091840"/>
            <a:ext cx="1243080" cy="4194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Commercial name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18" name="Straight Arrow Connector 11"/>
          <p:cNvCxnSpPr>
            <a:endCxn id="911" idx="3"/>
          </p:cNvCxnSpPr>
          <p:nvPr/>
        </p:nvCxnSpPr>
        <p:spPr>
          <a:xfrm flipH="1">
            <a:off x="2063520" y="4387680"/>
            <a:ext cx="496440" cy="88560"/>
          </a:xfrm>
          <a:prstGeom prst="straightConnector1">
            <a:avLst/>
          </a:prstGeom>
          <a:ln w="0">
            <a:noFill/>
          </a:ln>
        </p:spPr>
      </p:cxnSp>
      <p:cxnSp>
        <p:nvCxnSpPr>
          <p:cNvPr id="919" name="Straight Arrow Connector 13"/>
          <p:cNvCxnSpPr>
            <a:stCxn id="911" idx="3"/>
            <a:endCxn id="920" idx="2"/>
          </p:cNvCxnSpPr>
          <p:nvPr/>
        </p:nvCxnSpPr>
        <p:spPr>
          <a:xfrm>
            <a:off x="2063520" y="4475880"/>
            <a:ext cx="521280" cy="622080"/>
          </a:xfrm>
          <a:prstGeom prst="straightConnector1">
            <a:avLst/>
          </a:prstGeom>
          <a:ln w="0">
            <a:solidFill>
              <a:srgbClr val="000000"/>
            </a:solidFill>
            <a:tailEnd len="med" type="arrow" w="med"/>
          </a:ln>
        </p:spPr>
      </p:cxnSp>
      <p:sp>
        <p:nvSpPr>
          <p:cNvPr id="920" name="Oval 15"/>
          <p:cNvSpPr/>
          <p:nvPr/>
        </p:nvSpPr>
        <p:spPr>
          <a:xfrm>
            <a:off x="2584440" y="4855680"/>
            <a:ext cx="977400" cy="483840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Model identifier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1" name="Oval 17"/>
          <p:cNvSpPr/>
          <p:nvPr/>
        </p:nvSpPr>
        <p:spPr>
          <a:xfrm>
            <a:off x="929520" y="3101760"/>
            <a:ext cx="1322640" cy="3438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manufacturer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5" name="Oval 18"/>
          <p:cNvSpPr/>
          <p:nvPr/>
        </p:nvSpPr>
        <p:spPr>
          <a:xfrm>
            <a:off x="2668680" y="3957840"/>
            <a:ext cx="977400" cy="4518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Special training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22" name="Straight Arrow Connector 19"/>
          <p:cNvCxnSpPr>
            <a:stCxn id="911" idx="0"/>
            <a:endCxn id="921" idx="4"/>
          </p:cNvCxnSpPr>
          <p:nvPr/>
        </p:nvCxnSpPr>
        <p:spPr>
          <a:xfrm flipV="1">
            <a:off x="1481400" y="3445560"/>
            <a:ext cx="109800" cy="776520"/>
          </a:xfrm>
          <a:prstGeom prst="straightConnector1">
            <a:avLst/>
          </a:prstGeom>
          <a:ln w="12700">
            <a:solidFill>
              <a:srgbClr val="000000"/>
            </a:solidFill>
            <a:round/>
            <a:tailEnd len="med" type="arrow" w="med"/>
          </a:ln>
        </p:spPr>
      </p:cxnSp>
      <p:cxnSp>
        <p:nvCxnSpPr>
          <p:cNvPr id="923" name="Connector: Elbow 4"/>
          <p:cNvCxnSpPr>
            <a:stCxn id="911" idx="2"/>
            <a:endCxn id="924" idx="1"/>
          </p:cNvCxnSpPr>
          <p:nvPr/>
        </p:nvCxnSpPr>
        <p:spPr>
          <a:xfrm flipH="1" rot="16200000">
            <a:off x="2164320" y="4046760"/>
            <a:ext cx="883080" cy="2249280"/>
          </a:xfrm>
          <a:prstGeom prst="curvedConnector2">
            <a:avLst/>
          </a:prstGeom>
          <a:ln w="9525">
            <a:solidFill>
              <a:srgbClr val="0D0D0D"/>
            </a:solidFill>
            <a:round/>
          </a:ln>
        </p:spPr>
      </p:cxnSp>
      <p:sp>
        <p:nvSpPr>
          <p:cNvPr id="917" name="Oval 72"/>
          <p:cNvSpPr/>
          <p:nvPr/>
        </p:nvSpPr>
        <p:spPr>
          <a:xfrm rot="19681800">
            <a:off x="-22680" y="3555720"/>
            <a:ext cx="958320" cy="4698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category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25" name="Straight Arrow Connector 108"/>
          <p:cNvCxnSpPr>
            <a:stCxn id="911" idx="0"/>
            <a:endCxn id="926" idx="2"/>
          </p:cNvCxnSpPr>
          <p:nvPr/>
        </p:nvCxnSpPr>
        <p:spPr>
          <a:xfrm flipV="1">
            <a:off x="1481400" y="3790800"/>
            <a:ext cx="935280" cy="431280"/>
          </a:xfrm>
          <a:prstGeom prst="straightConnector1">
            <a:avLst/>
          </a:prstGeom>
          <a:ln w="12700">
            <a:solidFill>
              <a:srgbClr val="000000"/>
            </a:solidFill>
            <a:round/>
            <a:tailEnd len="med" type="arrow" w="med"/>
          </a:ln>
        </p:spPr>
      </p:cxnSp>
      <p:sp>
        <p:nvSpPr>
          <p:cNvPr id="926" name="Oval 113"/>
          <p:cNvSpPr/>
          <p:nvPr/>
        </p:nvSpPr>
        <p:spPr>
          <a:xfrm rot="20364600">
            <a:off x="2374200" y="3341880"/>
            <a:ext cx="1309680" cy="436320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Required environment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4" name="Diamond 130"/>
          <p:cNvSpPr/>
          <p:nvPr/>
        </p:nvSpPr>
        <p:spPr>
          <a:xfrm rot="19785000">
            <a:off x="3616200" y="4885200"/>
            <a:ext cx="1675440" cy="610560"/>
          </a:xfrm>
          <a:prstGeom prst="diamond">
            <a:avLst/>
          </a:prstGeom>
          <a:solidFill>
            <a:schemeClr val="bg1"/>
          </a:solidFill>
          <a:ln w="285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DejaVu Sans"/>
              </a:rPr>
              <a:t>correspond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7" name="Rectangle 20"/>
          <p:cNvSpPr/>
          <p:nvPr/>
        </p:nvSpPr>
        <p:spPr>
          <a:xfrm>
            <a:off x="7827480" y="2871000"/>
            <a:ext cx="1145880" cy="42444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Equipment unit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28" name="Straight Arrow Connector 22"/>
          <p:cNvCxnSpPr>
            <a:stCxn id="927" idx="1"/>
            <a:endCxn id="929" idx="0"/>
          </p:cNvCxnSpPr>
          <p:nvPr/>
        </p:nvCxnSpPr>
        <p:spPr>
          <a:xfrm flipH="1">
            <a:off x="7465680" y="3083400"/>
            <a:ext cx="362160" cy="38124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930" name="Straight Arrow Connector 23"/>
          <p:cNvCxnSpPr>
            <a:stCxn id="927" idx="3"/>
            <a:endCxn id="931" idx="4"/>
          </p:cNvCxnSpPr>
          <p:nvPr/>
        </p:nvCxnSpPr>
        <p:spPr>
          <a:xfrm>
            <a:off x="8973360" y="3083400"/>
            <a:ext cx="456840" cy="1702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932" name="Straight Arrow Connector 24"/>
          <p:cNvCxnSpPr>
            <a:stCxn id="927" idx="1"/>
            <a:endCxn id="933" idx="4"/>
          </p:cNvCxnSpPr>
          <p:nvPr/>
        </p:nvCxnSpPr>
        <p:spPr>
          <a:xfrm flipH="1" flipV="1">
            <a:off x="7527960" y="2798280"/>
            <a:ext cx="299880" cy="28548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929" name="Oval 26"/>
          <p:cNvSpPr/>
          <p:nvPr/>
        </p:nvSpPr>
        <p:spPr>
          <a:xfrm rot="21550800">
            <a:off x="6942960" y="3464640"/>
            <a:ext cx="1049760" cy="353880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Purchase cost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34" name="Straight Arrow Connector 27"/>
          <p:cNvCxnSpPr>
            <a:endCxn id="927" idx="3"/>
          </p:cNvCxnSpPr>
          <p:nvPr/>
        </p:nvCxnSpPr>
        <p:spPr>
          <a:xfrm flipH="1">
            <a:off x="8973360" y="3036960"/>
            <a:ext cx="515520" cy="46800"/>
          </a:xfrm>
          <a:prstGeom prst="straightConnector1">
            <a:avLst/>
          </a:prstGeom>
          <a:ln w="0">
            <a:noFill/>
          </a:ln>
        </p:spPr>
      </p:cxnSp>
      <p:sp>
        <p:nvSpPr>
          <p:cNvPr id="935" name="Oval 31"/>
          <p:cNvSpPr/>
          <p:nvPr/>
        </p:nvSpPr>
        <p:spPr>
          <a:xfrm>
            <a:off x="8391600" y="2210760"/>
            <a:ext cx="873360" cy="427680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Serial number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3" name="Oval 32"/>
          <p:cNvSpPr/>
          <p:nvPr/>
        </p:nvSpPr>
        <p:spPr>
          <a:xfrm rot="20865600">
            <a:off x="6924600" y="2430000"/>
            <a:ext cx="1127160" cy="3726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Acquisition date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1" name="Oval 33"/>
          <p:cNvSpPr/>
          <p:nvPr/>
        </p:nvSpPr>
        <p:spPr>
          <a:xfrm rot="3758400">
            <a:off x="9021960" y="2922120"/>
            <a:ext cx="1217520" cy="4536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Operational status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36" name="Straight Arrow Connector 35"/>
          <p:cNvCxnSpPr>
            <a:stCxn id="927" idx="0"/>
            <a:endCxn id="935" idx="4"/>
          </p:cNvCxnSpPr>
          <p:nvPr/>
        </p:nvCxnSpPr>
        <p:spPr>
          <a:xfrm flipV="1">
            <a:off x="8400600" y="2638440"/>
            <a:ext cx="428040" cy="232920"/>
          </a:xfrm>
          <a:prstGeom prst="straightConnector1">
            <a:avLst/>
          </a:prstGeom>
          <a:ln w="12700">
            <a:solidFill>
              <a:srgbClr val="000000"/>
            </a:solidFill>
            <a:round/>
            <a:tailEnd len="med" type="arrow" w="med"/>
          </a:ln>
        </p:spPr>
      </p:cxnSp>
      <p:cxnSp>
        <p:nvCxnSpPr>
          <p:cNvPr id="937" name="Straight Arrow Connector 157"/>
          <p:cNvCxnSpPr>
            <a:stCxn id="927" idx="2"/>
            <a:endCxn id="938" idx="0"/>
          </p:cNvCxnSpPr>
          <p:nvPr/>
        </p:nvCxnSpPr>
        <p:spPr>
          <a:xfrm>
            <a:off x="8400600" y="3295440"/>
            <a:ext cx="1033920" cy="95760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938" name="Isosceles Triangle 160"/>
          <p:cNvSpPr/>
          <p:nvPr/>
        </p:nvSpPr>
        <p:spPr>
          <a:xfrm>
            <a:off x="9036000" y="4252680"/>
            <a:ext cx="812160" cy="533880"/>
          </a:xfrm>
          <a:prstGeom prst="triangle">
            <a:avLst>
              <a:gd name="adj" fmla="val 49047"/>
            </a:avLst>
          </a:prstGeom>
          <a:solidFill>
            <a:schemeClr val="bg1"/>
          </a:solidFill>
          <a:ln w="285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DejaVu Sans"/>
              </a:rPr>
              <a:t>ISA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9" name="Rectangle 21"/>
          <p:cNvSpPr/>
          <p:nvPr/>
        </p:nvSpPr>
        <p:spPr>
          <a:xfrm>
            <a:off x="7937640" y="5212440"/>
            <a:ext cx="860400" cy="41364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Portable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0" name="Rectangle 22"/>
          <p:cNvSpPr/>
          <p:nvPr/>
        </p:nvSpPr>
        <p:spPr>
          <a:xfrm>
            <a:off x="9036000" y="5204520"/>
            <a:ext cx="860400" cy="413640"/>
          </a:xfrm>
          <a:prstGeom prst="rect">
            <a:avLst/>
          </a:prstGeom>
          <a:solidFill>
            <a:srgbClr val="FFFFFF"/>
          </a:solidFill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Fixed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41" name="Straight Arrow Connector 165"/>
          <p:cNvCxnSpPr>
            <a:stCxn id="938" idx="3"/>
            <a:endCxn id="940" idx="0"/>
          </p:cNvCxnSpPr>
          <p:nvPr/>
        </p:nvCxnSpPr>
        <p:spPr>
          <a:xfrm>
            <a:off x="9434160" y="4786560"/>
            <a:ext cx="32400" cy="41832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942" name="Straight Arrow Connector 166"/>
          <p:cNvCxnSpPr>
            <a:stCxn id="938" idx="3"/>
            <a:endCxn id="939" idx="0"/>
          </p:cNvCxnSpPr>
          <p:nvPr/>
        </p:nvCxnSpPr>
        <p:spPr>
          <a:xfrm flipH="1">
            <a:off x="8367840" y="4786560"/>
            <a:ext cx="1066680" cy="426240"/>
          </a:xfrm>
          <a:prstGeom prst="straightConnector1">
            <a:avLst/>
          </a:prstGeom>
          <a:ln w="648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943" name="Connector: Elbow 5"/>
          <p:cNvCxnSpPr>
            <a:stCxn id="927" idx="2"/>
            <a:endCxn id="924" idx="3"/>
          </p:cNvCxnSpPr>
          <p:nvPr/>
        </p:nvCxnSpPr>
        <p:spPr>
          <a:xfrm rot="5400000">
            <a:off x="6052680" y="2420640"/>
            <a:ext cx="1473480" cy="3223080"/>
          </a:xfrm>
          <a:prstGeom prst="curvedConnector2">
            <a:avLst/>
          </a:prstGeom>
          <a:ln w="38100">
            <a:solidFill>
              <a:srgbClr val="000000"/>
            </a:solidFill>
            <a:round/>
            <a:tailEnd len="med" type="arrow" w="med"/>
          </a:ln>
        </p:spPr>
      </p:cxnSp>
      <p:cxnSp>
        <p:nvCxnSpPr>
          <p:cNvPr id="944" name="Connector: Elbow 6"/>
          <p:cNvCxnSpPr>
            <a:stCxn id="927" idx="2"/>
            <a:endCxn id="945" idx="2"/>
          </p:cNvCxnSpPr>
          <p:nvPr/>
        </p:nvCxnSpPr>
        <p:spPr>
          <a:xfrm rot="5400000">
            <a:off x="6789240" y="1922400"/>
            <a:ext cx="238320" cy="2984400"/>
          </a:xfrm>
          <a:prstGeom prst="curvedConnector3">
            <a:avLst>
              <a:gd name="adj1" fmla="val 848865"/>
            </a:avLst>
          </a:prstGeom>
          <a:ln w="38100">
            <a:solidFill>
              <a:srgbClr val="000000"/>
            </a:solidFill>
            <a:round/>
            <a:tailEnd len="med" type="arrow" w="med"/>
          </a:ln>
        </p:spPr>
      </p:cxnSp>
      <p:sp>
        <p:nvSpPr>
          <p:cNvPr id="945" name="Diamond 194"/>
          <p:cNvSpPr/>
          <p:nvPr/>
        </p:nvSpPr>
        <p:spPr>
          <a:xfrm rot="21403800">
            <a:off x="5007960" y="3074400"/>
            <a:ext cx="790560" cy="458640"/>
          </a:xfrm>
          <a:prstGeom prst="diamond">
            <a:avLst/>
          </a:prstGeom>
          <a:solidFill>
            <a:schemeClr val="bg1"/>
          </a:solidFill>
          <a:ln w="285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DejaVu Sans"/>
              </a:rPr>
              <a:t>use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46" name="Straight Connector 213"/>
          <p:cNvCxnSpPr>
            <a:stCxn id="945" idx="0"/>
            <a:endCxn id="881" idx="2"/>
          </p:cNvCxnSpPr>
          <p:nvPr/>
        </p:nvCxnSpPr>
        <p:spPr>
          <a:xfrm flipH="1" flipV="1">
            <a:off x="4739400" y="421560"/>
            <a:ext cx="651600" cy="2653920"/>
          </a:xfrm>
          <a:prstGeom prst="straightConnector1">
            <a:avLst/>
          </a:prstGeom>
          <a:ln w="9525">
            <a:solidFill>
              <a:srgbClr val="000000"/>
            </a:solidFill>
            <a:round/>
          </a:ln>
        </p:spPr>
      </p:cxnSp>
      <p:cxnSp>
        <p:nvCxnSpPr>
          <p:cNvPr id="947" name="Connector: Elbow 8"/>
          <p:cNvCxnSpPr>
            <a:stCxn id="948" idx="3"/>
            <a:endCxn id="927" idx="3"/>
          </p:cNvCxnSpPr>
          <p:nvPr/>
        </p:nvCxnSpPr>
        <p:spPr>
          <a:xfrm flipV="1">
            <a:off x="6832080" y="3083400"/>
            <a:ext cx="2141640" cy="1031760"/>
          </a:xfrm>
          <a:prstGeom prst="curvedConnector3">
            <a:avLst>
              <a:gd name="adj1" fmla="val 110726"/>
            </a:avLst>
          </a:prstGeom>
          <a:ln w="57150">
            <a:solidFill>
              <a:srgbClr val="000000"/>
            </a:solidFill>
            <a:round/>
          </a:ln>
        </p:spPr>
      </p:cxnSp>
      <p:sp>
        <p:nvSpPr>
          <p:cNvPr id="948" name="Diamond 255"/>
          <p:cNvSpPr/>
          <p:nvPr/>
        </p:nvSpPr>
        <p:spPr>
          <a:xfrm rot="391200">
            <a:off x="5689800" y="3820320"/>
            <a:ext cx="1145520" cy="458640"/>
          </a:xfrm>
          <a:prstGeom prst="diamond">
            <a:avLst/>
          </a:prstGeom>
          <a:solidFill>
            <a:schemeClr val="bg1"/>
          </a:solidFill>
          <a:ln w="285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Arial"/>
                <a:ea typeface="DejaVu Sans"/>
              </a:rPr>
              <a:t>In_Lab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9" name="Rectangle 23"/>
          <p:cNvSpPr/>
          <p:nvPr/>
        </p:nvSpPr>
        <p:spPr>
          <a:xfrm>
            <a:off x="3551400" y="3657600"/>
            <a:ext cx="1248840" cy="38016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2"/>
                </a:solidFill>
                <a:effectLst/>
                <a:uFillTx/>
                <a:latin typeface="Arial"/>
                <a:ea typeface="DejaVu Sans"/>
              </a:rPr>
              <a:t>Laboratorie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50" name="Connector: Elbow 9"/>
          <p:cNvCxnSpPr>
            <a:stCxn id="949" idx="2"/>
            <a:endCxn id="948" idx="1"/>
          </p:cNvCxnSpPr>
          <p:nvPr/>
        </p:nvCxnSpPr>
        <p:spPr>
          <a:xfrm flipH="1" flipV="1" rot="5400000">
            <a:off x="4907880" y="3252600"/>
            <a:ext cx="53640" cy="1517760"/>
          </a:xfrm>
          <a:prstGeom prst="curvedConnector4">
            <a:avLst>
              <a:gd name="adj1" fmla="val -1351"/>
              <a:gd name="adj2" fmla="val 69727"/>
            </a:avLst>
          </a:prstGeom>
          <a:ln w="57150">
            <a:solidFill>
              <a:srgbClr val="000000"/>
            </a:solidFill>
            <a:round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51" name="Connector 1"/>
          <p:cNvCxnSpPr/>
          <p:nvPr/>
        </p:nvCxnSpPr>
        <p:spPr>
          <a:xfrm>
            <a:off x="5064840" y="2721600"/>
            <a:ext cx="630360" cy="360"/>
          </a:xfrm>
          <a:prstGeom prst="straightConnector1">
            <a:avLst/>
          </a:prstGeom>
          <a:ln w="76200">
            <a:solidFill>
              <a:srgbClr val="000000"/>
            </a:solidFill>
            <a:tailEnd len="med" type="triangle" w="med"/>
          </a:ln>
        </p:spPr>
      </p:cxnSp>
      <p:cxnSp>
        <p:nvCxnSpPr>
          <p:cNvPr id="952" name="Connector 2"/>
          <p:cNvCxnSpPr/>
          <p:nvPr/>
        </p:nvCxnSpPr>
        <p:spPr>
          <a:xfrm>
            <a:off x="7008120" y="2721600"/>
            <a:ext cx="401400" cy="360"/>
          </a:xfrm>
          <a:prstGeom prst="straightConnector1">
            <a:avLst/>
          </a:prstGeom>
          <a:ln w="20320">
            <a:solidFill>
              <a:srgbClr val="000000"/>
            </a:solidFill>
          </a:ln>
        </p:spPr>
      </p:cxnSp>
      <p:cxnSp>
        <p:nvCxnSpPr>
          <p:cNvPr id="953" name="Connector 3"/>
          <p:cNvCxnSpPr/>
          <p:nvPr/>
        </p:nvCxnSpPr>
        <p:spPr>
          <a:xfrm flipH="1" flipV="1">
            <a:off x="1738800" y="1209600"/>
            <a:ext cx="1323360" cy="1172160"/>
          </a:xfrm>
          <a:prstGeom prst="straightConnector1">
            <a:avLst/>
          </a:prstGeom>
          <a:ln w="9525">
            <a:solidFill>
              <a:srgbClr val="000000"/>
            </a:solidFill>
            <a:tailEnd len="med" type="triangle" w="med"/>
          </a:ln>
        </p:spPr>
      </p:cxnSp>
      <p:cxnSp>
        <p:nvCxnSpPr>
          <p:cNvPr id="954" name="Connector 4"/>
          <p:cNvCxnSpPr/>
          <p:nvPr/>
        </p:nvCxnSpPr>
        <p:spPr>
          <a:xfrm flipH="1" flipV="1">
            <a:off x="907200" y="2154600"/>
            <a:ext cx="2041560" cy="431280"/>
          </a:xfrm>
          <a:prstGeom prst="straightConnector1">
            <a:avLst/>
          </a:prstGeom>
          <a:ln w="9525">
            <a:solidFill>
              <a:srgbClr val="000000"/>
            </a:solidFill>
            <a:tailEnd len="med" type="triangle" w="med"/>
          </a:ln>
        </p:spPr>
      </p:cxnSp>
      <p:cxnSp>
        <p:nvCxnSpPr>
          <p:cNvPr id="955" name="Connector 5"/>
          <p:cNvCxnSpPr/>
          <p:nvPr/>
        </p:nvCxnSpPr>
        <p:spPr>
          <a:xfrm flipH="1">
            <a:off x="907200" y="2721600"/>
            <a:ext cx="2041560" cy="264960"/>
          </a:xfrm>
          <a:prstGeom prst="straightConnector1">
            <a:avLst/>
          </a:prstGeom>
          <a:ln w="17780">
            <a:solidFill>
              <a:srgbClr val="000000"/>
            </a:solidFill>
            <a:tailEnd len="med" type="triangle" w="med"/>
          </a:ln>
        </p:spPr>
      </p:cxnSp>
      <p:cxnSp>
        <p:nvCxnSpPr>
          <p:cNvPr id="956" name="Connector 6"/>
          <p:cNvCxnSpPr/>
          <p:nvPr/>
        </p:nvCxnSpPr>
        <p:spPr>
          <a:xfrm flipH="1">
            <a:off x="907200" y="2872800"/>
            <a:ext cx="2041560" cy="945720"/>
          </a:xfrm>
          <a:prstGeom prst="straightConnector1">
            <a:avLst/>
          </a:prstGeom>
          <a:ln w="17780">
            <a:solidFill>
              <a:srgbClr val="000000"/>
            </a:solidFill>
            <a:tailEnd len="med" type="triangle" w="med"/>
          </a:ln>
        </p:spPr>
      </p:cxnSp>
      <p:cxnSp>
        <p:nvCxnSpPr>
          <p:cNvPr id="957" name="Connector 7"/>
          <p:cNvCxnSpPr/>
          <p:nvPr/>
        </p:nvCxnSpPr>
        <p:spPr>
          <a:xfrm flipH="1">
            <a:off x="1738800" y="3061800"/>
            <a:ext cx="1323360" cy="1474920"/>
          </a:xfrm>
          <a:prstGeom prst="straightConnector1">
            <a:avLst/>
          </a:prstGeom>
          <a:ln w="17780">
            <a:solidFill>
              <a:srgbClr val="000000"/>
            </a:solidFill>
            <a:tailEnd len="med" type="triangle" w="med"/>
          </a:ln>
        </p:spPr>
      </p:cxnSp>
      <p:sp>
        <p:nvSpPr>
          <p:cNvPr id="958" name="Rectangle 9"/>
          <p:cNvSpPr/>
          <p:nvPr/>
        </p:nvSpPr>
        <p:spPr>
          <a:xfrm>
            <a:off x="2832840" y="2306160"/>
            <a:ext cx="2232000" cy="831240"/>
          </a:xfrm>
          <a:prstGeom prst="rect">
            <a:avLst/>
          </a:prstGeom>
          <a:solidFill>
            <a:srgbClr val="FFFFFF"/>
          </a:solidFill>
          <a:ln w="762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5600" tIns="37800" rIns="75600" bIns="378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Calibration_record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9" name="Diamond 11"/>
          <p:cNvSpPr/>
          <p:nvPr/>
        </p:nvSpPr>
        <p:spPr>
          <a:xfrm>
            <a:off x="5694840" y="2170080"/>
            <a:ext cx="1468800" cy="1133640"/>
          </a:xfrm>
          <a:prstGeom prst="diamond">
            <a:avLst/>
          </a:prstGeom>
          <a:solidFill>
            <a:srgbClr val="FFFFFF"/>
          </a:solidFill>
          <a:ln w="762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5600" tIns="37800" rIns="75600" bIns="378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Calibratest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0" name="Rectangle 13"/>
          <p:cNvSpPr/>
          <p:nvPr/>
        </p:nvSpPr>
        <p:spPr>
          <a:xfrm>
            <a:off x="7409160" y="2343960"/>
            <a:ext cx="1587240" cy="755640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0240" tIns="15120" rIns="30240" bIns="15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13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Equipment Unit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1" name="Oval 14"/>
          <p:cNvSpPr/>
          <p:nvPr/>
        </p:nvSpPr>
        <p:spPr>
          <a:xfrm>
            <a:off x="982800" y="960120"/>
            <a:ext cx="1511640" cy="4986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0240" tIns="15120" rIns="30240" bIns="15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Calibration date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fr-FR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---------------------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2" name="Oval 15"/>
          <p:cNvSpPr/>
          <p:nvPr/>
        </p:nvSpPr>
        <p:spPr>
          <a:xfrm>
            <a:off x="151200" y="1905480"/>
            <a:ext cx="1511640" cy="4986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0240" tIns="15120" rIns="30240" bIns="15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calibration_type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3" name="Oval 16"/>
          <p:cNvSpPr/>
          <p:nvPr/>
        </p:nvSpPr>
        <p:spPr>
          <a:xfrm>
            <a:off x="151200" y="2737080"/>
            <a:ext cx="1511640" cy="4986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0240" tIns="15120" rIns="30240" bIns="15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result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4" name="Oval 17"/>
          <p:cNvSpPr/>
          <p:nvPr/>
        </p:nvSpPr>
        <p:spPr>
          <a:xfrm>
            <a:off x="151200" y="3568680"/>
            <a:ext cx="1511640" cy="4986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0240" tIns="15120" rIns="30240" bIns="15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next_due_date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5" name="Oval 18"/>
          <p:cNvSpPr/>
          <p:nvPr/>
        </p:nvSpPr>
        <p:spPr>
          <a:xfrm>
            <a:off x="982800" y="4286880"/>
            <a:ext cx="1511640" cy="4986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0240" tIns="15120" rIns="30240" bIns="15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remarks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66" name="Connecteur droit 24"/>
          <p:cNvCxnSpPr/>
          <p:nvPr/>
        </p:nvCxnSpPr>
        <p:spPr>
          <a:xfrm>
            <a:off x="4482000" y="491400"/>
            <a:ext cx="3364200" cy="718560"/>
          </a:xfrm>
          <a:prstGeom prst="straightConnector1">
            <a:avLst/>
          </a:prstGeom>
          <a:ln>
            <a:noFill/>
          </a:ln>
        </p:spPr>
      </p:cxnSp>
      <p:cxnSp>
        <p:nvCxnSpPr>
          <p:cNvPr id="967" name="Connecteur droit 26"/>
          <p:cNvCxnSpPr/>
          <p:nvPr/>
        </p:nvCxnSpPr>
        <p:spPr>
          <a:xfrm>
            <a:off x="6066000" y="850320"/>
            <a:ext cx="2196360" cy="268200"/>
          </a:xfrm>
          <a:prstGeom prst="straightConnector1">
            <a:avLst/>
          </a:prstGeom>
          <a:ln>
            <a:noFill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8" name="Rectangle 12"/>
          <p:cNvSpPr/>
          <p:nvPr/>
        </p:nvSpPr>
        <p:spPr>
          <a:xfrm>
            <a:off x="1285200" y="3496680"/>
            <a:ext cx="1511640" cy="6422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Consumable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69" name="Connector 4"/>
          <p:cNvCxnSpPr/>
          <p:nvPr/>
        </p:nvCxnSpPr>
        <p:spPr>
          <a:xfrm flipH="1" flipV="1">
            <a:off x="1058400" y="3439800"/>
            <a:ext cx="378360" cy="26532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cxnSp>
        <p:nvCxnSpPr>
          <p:cNvPr id="970" name="Connector 5"/>
          <p:cNvCxnSpPr/>
          <p:nvPr/>
        </p:nvCxnSpPr>
        <p:spPr>
          <a:xfrm flipH="1">
            <a:off x="1285200" y="3893760"/>
            <a:ext cx="38160" cy="36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cxnSp>
        <p:nvCxnSpPr>
          <p:cNvPr id="971" name="Connector 6"/>
          <p:cNvCxnSpPr/>
          <p:nvPr/>
        </p:nvCxnSpPr>
        <p:spPr>
          <a:xfrm flipH="1">
            <a:off x="945000" y="4135680"/>
            <a:ext cx="718560" cy="6084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cxnSp>
        <p:nvCxnSpPr>
          <p:cNvPr id="972" name="Connector 7"/>
          <p:cNvCxnSpPr/>
          <p:nvPr/>
        </p:nvCxnSpPr>
        <p:spPr>
          <a:xfrm flipH="1">
            <a:off x="1436400" y="4135680"/>
            <a:ext cx="491760" cy="55224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cxnSp>
        <p:nvCxnSpPr>
          <p:cNvPr id="973" name="Connector 8"/>
          <p:cNvCxnSpPr/>
          <p:nvPr/>
        </p:nvCxnSpPr>
        <p:spPr>
          <a:xfrm>
            <a:off x="2419200" y="4135680"/>
            <a:ext cx="227160" cy="62784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sp>
        <p:nvSpPr>
          <p:cNvPr id="974" name="Oval 9"/>
          <p:cNvSpPr/>
          <p:nvPr/>
        </p:nvSpPr>
        <p:spPr>
          <a:xfrm>
            <a:off x="302400" y="3243600"/>
            <a:ext cx="755640" cy="392760"/>
          </a:xfrm>
          <a:prstGeom prst="ellipse">
            <a:avLst/>
          </a:prstGeom>
          <a:solidFill>
            <a:srgbClr val="FFFFFF"/>
          </a:solidFill>
          <a:ln w="2920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800" b="0" u="sng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5" name="Oval 10"/>
          <p:cNvSpPr/>
          <p:nvPr/>
        </p:nvSpPr>
        <p:spPr>
          <a:xfrm>
            <a:off x="151200" y="3697200"/>
            <a:ext cx="1133640" cy="392760"/>
          </a:xfrm>
          <a:prstGeom prst="ellipse">
            <a:avLst/>
          </a:prstGeom>
          <a:solidFill>
            <a:srgbClr val="FFFFFF"/>
          </a:solidFill>
          <a:ln w="2920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name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6" name="Oval 11"/>
          <p:cNvSpPr/>
          <p:nvPr/>
        </p:nvSpPr>
        <p:spPr>
          <a:xfrm>
            <a:off x="113400" y="4150800"/>
            <a:ext cx="1511640" cy="392760"/>
          </a:xfrm>
          <a:prstGeom prst="ellipse">
            <a:avLst/>
          </a:prstGeom>
          <a:solidFill>
            <a:srgbClr val="FFFFFF"/>
          </a:solidFill>
          <a:ln w="2920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unit_of_measure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7" name="Oval 12"/>
          <p:cNvSpPr/>
          <p:nvPr/>
        </p:nvSpPr>
        <p:spPr>
          <a:xfrm>
            <a:off x="680400" y="4642200"/>
            <a:ext cx="1511640" cy="392760"/>
          </a:xfrm>
          <a:prstGeom prst="ellipse">
            <a:avLst/>
          </a:prstGeom>
          <a:solidFill>
            <a:srgbClr val="FFFFFF"/>
          </a:solidFill>
          <a:ln w="2920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reorder_threshold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8" name="Oval 13"/>
          <p:cNvSpPr/>
          <p:nvPr/>
        </p:nvSpPr>
        <p:spPr>
          <a:xfrm>
            <a:off x="2003400" y="4755600"/>
            <a:ext cx="1284840" cy="392760"/>
          </a:xfrm>
          <a:prstGeom prst="ellipse">
            <a:avLst/>
          </a:prstGeom>
          <a:solidFill>
            <a:srgbClr val="FFFFFF"/>
          </a:solidFill>
          <a:ln w="2920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hazard_level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9" name="Rectangle 14"/>
          <p:cNvSpPr/>
          <p:nvPr/>
        </p:nvSpPr>
        <p:spPr>
          <a:xfrm>
            <a:off x="7560360" y="1946880"/>
            <a:ext cx="1511640" cy="6422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Laboratory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Rectangle 15"/>
          <p:cNvSpPr/>
          <p:nvPr/>
        </p:nvSpPr>
        <p:spPr>
          <a:xfrm>
            <a:off x="1285200" y="3496680"/>
            <a:ext cx="1511640" cy="6422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Consumable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81" name="Connector 4"/>
          <p:cNvCxnSpPr/>
          <p:nvPr/>
        </p:nvCxnSpPr>
        <p:spPr>
          <a:xfrm flipH="1" flipV="1">
            <a:off x="1058400" y="3439800"/>
            <a:ext cx="378360" cy="26532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cxnSp>
        <p:nvCxnSpPr>
          <p:cNvPr id="982" name="Connector 5"/>
          <p:cNvCxnSpPr/>
          <p:nvPr/>
        </p:nvCxnSpPr>
        <p:spPr>
          <a:xfrm flipH="1">
            <a:off x="1285200" y="3893760"/>
            <a:ext cx="38160" cy="36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cxnSp>
        <p:nvCxnSpPr>
          <p:cNvPr id="983" name="Connector 6"/>
          <p:cNvCxnSpPr/>
          <p:nvPr/>
        </p:nvCxnSpPr>
        <p:spPr>
          <a:xfrm flipH="1">
            <a:off x="945000" y="4135680"/>
            <a:ext cx="718560" cy="6084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cxnSp>
        <p:nvCxnSpPr>
          <p:cNvPr id="984" name="Connector 7"/>
          <p:cNvCxnSpPr/>
          <p:nvPr/>
        </p:nvCxnSpPr>
        <p:spPr>
          <a:xfrm flipH="1">
            <a:off x="1436400" y="4135680"/>
            <a:ext cx="491760" cy="552240"/>
          </a:xfrm>
          <a:prstGeom prst="straightConnector1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985" name="Connector 8"/>
          <p:cNvCxnSpPr/>
          <p:nvPr/>
        </p:nvCxnSpPr>
        <p:spPr>
          <a:xfrm>
            <a:off x="2419200" y="4135680"/>
            <a:ext cx="227160" cy="62784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sp>
        <p:nvSpPr>
          <p:cNvPr id="986" name="Oval 9"/>
          <p:cNvSpPr/>
          <p:nvPr/>
        </p:nvSpPr>
        <p:spPr>
          <a:xfrm>
            <a:off x="302400" y="3243600"/>
            <a:ext cx="755640" cy="392760"/>
          </a:xfrm>
          <a:prstGeom prst="ellipse">
            <a:avLst/>
          </a:prstGeom>
          <a:solidFill>
            <a:srgbClr val="FFFFFF"/>
          </a:solidFill>
          <a:ln w="2920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800" b="0" u="sng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7" name="Oval 10"/>
          <p:cNvSpPr/>
          <p:nvPr/>
        </p:nvSpPr>
        <p:spPr>
          <a:xfrm>
            <a:off x="151200" y="3697200"/>
            <a:ext cx="1133640" cy="392760"/>
          </a:xfrm>
          <a:prstGeom prst="ellipse">
            <a:avLst/>
          </a:prstGeom>
          <a:solidFill>
            <a:srgbClr val="FFFFFF"/>
          </a:solidFill>
          <a:ln w="2920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name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8" name="Oval 11"/>
          <p:cNvSpPr/>
          <p:nvPr/>
        </p:nvSpPr>
        <p:spPr>
          <a:xfrm>
            <a:off x="113400" y="4150800"/>
            <a:ext cx="1511640" cy="392760"/>
          </a:xfrm>
          <a:prstGeom prst="ellipse">
            <a:avLst/>
          </a:prstGeom>
          <a:solidFill>
            <a:srgbClr val="FFFFFF"/>
          </a:solidFill>
          <a:ln w="2920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unit_of_measure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9" name="Oval 12"/>
          <p:cNvSpPr/>
          <p:nvPr/>
        </p:nvSpPr>
        <p:spPr>
          <a:xfrm>
            <a:off x="680400" y="4642200"/>
            <a:ext cx="1511640" cy="392760"/>
          </a:xfrm>
          <a:prstGeom prst="ellipse">
            <a:avLst/>
          </a:prstGeom>
          <a:solidFill>
            <a:srgbClr val="FFFFFF"/>
          </a:solidFill>
          <a:ln w="2920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reorder_threshold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0" name="Oval 13"/>
          <p:cNvSpPr/>
          <p:nvPr/>
        </p:nvSpPr>
        <p:spPr>
          <a:xfrm>
            <a:off x="2003400" y="4755600"/>
            <a:ext cx="1284840" cy="392760"/>
          </a:xfrm>
          <a:prstGeom prst="ellipse">
            <a:avLst/>
          </a:prstGeom>
          <a:solidFill>
            <a:srgbClr val="FFFFFF"/>
          </a:solidFill>
          <a:ln w="2920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hazard_level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1" name="Rectangle 16"/>
          <p:cNvSpPr/>
          <p:nvPr/>
        </p:nvSpPr>
        <p:spPr>
          <a:xfrm>
            <a:off x="7560360" y="1946880"/>
            <a:ext cx="1511640" cy="6422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Laboratory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92" name="Connector 16"/>
          <p:cNvCxnSpPr/>
          <p:nvPr/>
        </p:nvCxnSpPr>
        <p:spPr>
          <a:xfrm>
            <a:off x="9072360" y="2268000"/>
            <a:ext cx="38160" cy="36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sp>
        <p:nvSpPr>
          <p:cNvPr id="993" name="Rectangle 17"/>
          <p:cNvSpPr/>
          <p:nvPr/>
        </p:nvSpPr>
        <p:spPr>
          <a:xfrm>
            <a:off x="1285200" y="1417680"/>
            <a:ext cx="1511640" cy="6422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Supplier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94" name="Connector 19"/>
          <p:cNvCxnSpPr/>
          <p:nvPr/>
        </p:nvCxnSpPr>
        <p:spPr>
          <a:xfrm flipH="1" flipV="1">
            <a:off x="1323000" y="1285200"/>
            <a:ext cx="113760" cy="18936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cxnSp>
        <p:nvCxnSpPr>
          <p:cNvPr id="995" name="Connector 20"/>
          <p:cNvCxnSpPr/>
          <p:nvPr/>
        </p:nvCxnSpPr>
        <p:spPr>
          <a:xfrm flipH="1">
            <a:off x="1285200" y="1776600"/>
            <a:ext cx="38160" cy="36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cxnSp>
        <p:nvCxnSpPr>
          <p:cNvPr id="996" name="Connector 21"/>
          <p:cNvCxnSpPr/>
          <p:nvPr/>
        </p:nvCxnSpPr>
        <p:spPr>
          <a:xfrm flipH="1">
            <a:off x="982800" y="2056320"/>
            <a:ext cx="680760" cy="17424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cxnSp>
        <p:nvCxnSpPr>
          <p:cNvPr id="997" name="Connector 22"/>
          <p:cNvCxnSpPr/>
          <p:nvPr/>
        </p:nvCxnSpPr>
        <p:spPr>
          <a:xfrm flipH="1" flipV="1">
            <a:off x="1512000" y="1020600"/>
            <a:ext cx="529560" cy="40104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sp>
        <p:nvSpPr>
          <p:cNvPr id="998" name="Oval 23"/>
          <p:cNvSpPr/>
          <p:nvPr/>
        </p:nvSpPr>
        <p:spPr>
          <a:xfrm>
            <a:off x="113400" y="1088640"/>
            <a:ext cx="1209240" cy="392760"/>
          </a:xfrm>
          <a:prstGeom prst="ellipse">
            <a:avLst/>
          </a:prstGeom>
          <a:solidFill>
            <a:srgbClr val="FFFFFF"/>
          </a:solidFill>
          <a:ln w="2920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800" b="0" u="sng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supplier_id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9" name="Oval 24"/>
          <p:cNvSpPr/>
          <p:nvPr/>
        </p:nvSpPr>
        <p:spPr>
          <a:xfrm>
            <a:off x="151200" y="1580040"/>
            <a:ext cx="1133640" cy="392760"/>
          </a:xfrm>
          <a:prstGeom prst="ellipse">
            <a:avLst/>
          </a:prstGeom>
          <a:solidFill>
            <a:srgbClr val="FFFFFF"/>
          </a:solidFill>
          <a:ln w="2920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name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0" name="Oval 25"/>
          <p:cNvSpPr/>
          <p:nvPr/>
        </p:nvSpPr>
        <p:spPr>
          <a:xfrm>
            <a:off x="151200" y="2071800"/>
            <a:ext cx="1436040" cy="392760"/>
          </a:xfrm>
          <a:prstGeom prst="ellipse">
            <a:avLst/>
          </a:prstGeom>
          <a:solidFill>
            <a:srgbClr val="FFFFFF"/>
          </a:solidFill>
          <a:ln w="2920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contact_email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1" name="Oval 26"/>
          <p:cNvSpPr/>
          <p:nvPr/>
        </p:nvSpPr>
        <p:spPr>
          <a:xfrm>
            <a:off x="793800" y="635040"/>
            <a:ext cx="1436040" cy="392760"/>
          </a:xfrm>
          <a:prstGeom prst="ellipse">
            <a:avLst/>
          </a:prstGeom>
          <a:solidFill>
            <a:srgbClr val="FFFFFF"/>
          </a:solidFill>
          <a:ln w="2920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phone_number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02" name="Connector 9"/>
          <p:cNvCxnSpPr/>
          <p:nvPr/>
        </p:nvCxnSpPr>
        <p:spPr>
          <a:xfrm>
            <a:off x="2797200" y="1738800"/>
            <a:ext cx="1512360" cy="52956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cxnSp>
        <p:nvCxnSpPr>
          <p:cNvPr id="1003" name="Connector 10"/>
          <p:cNvCxnSpPr/>
          <p:nvPr/>
        </p:nvCxnSpPr>
        <p:spPr>
          <a:xfrm flipV="1">
            <a:off x="2494800" y="2464560"/>
            <a:ext cx="2196000" cy="103608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cxnSp>
        <p:nvCxnSpPr>
          <p:cNvPr id="1004" name="Connector 11"/>
          <p:cNvCxnSpPr/>
          <p:nvPr/>
        </p:nvCxnSpPr>
        <p:spPr>
          <a:xfrm flipH="1">
            <a:off x="5707800" y="2268000"/>
            <a:ext cx="1852920" cy="36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sp>
        <p:nvSpPr>
          <p:cNvPr id="1005" name="Rectangle 6"/>
          <p:cNvSpPr/>
          <p:nvPr/>
        </p:nvSpPr>
        <p:spPr>
          <a:xfrm>
            <a:off x="1285200" y="3496680"/>
            <a:ext cx="1511640" cy="6422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Consumable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06" name="Connector 12"/>
          <p:cNvCxnSpPr/>
          <p:nvPr/>
        </p:nvCxnSpPr>
        <p:spPr>
          <a:xfrm flipH="1" flipV="1">
            <a:off x="1058400" y="3439800"/>
            <a:ext cx="378360" cy="26532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cxnSp>
        <p:nvCxnSpPr>
          <p:cNvPr id="1007" name="Connector 13"/>
          <p:cNvCxnSpPr/>
          <p:nvPr/>
        </p:nvCxnSpPr>
        <p:spPr>
          <a:xfrm flipH="1">
            <a:off x="1285200" y="3893760"/>
            <a:ext cx="38160" cy="36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cxnSp>
        <p:nvCxnSpPr>
          <p:cNvPr id="1008" name="Connector 23"/>
          <p:cNvCxnSpPr/>
          <p:nvPr/>
        </p:nvCxnSpPr>
        <p:spPr>
          <a:xfrm flipH="1">
            <a:off x="945000" y="4135680"/>
            <a:ext cx="718560" cy="6084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cxnSp>
        <p:nvCxnSpPr>
          <p:cNvPr id="1009" name="Connector 24"/>
          <p:cNvCxnSpPr/>
          <p:nvPr/>
        </p:nvCxnSpPr>
        <p:spPr>
          <a:xfrm flipH="1">
            <a:off x="1436400" y="4135680"/>
            <a:ext cx="491760" cy="55224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cxnSp>
        <p:nvCxnSpPr>
          <p:cNvPr id="1010" name="Connector 25"/>
          <p:cNvCxnSpPr/>
          <p:nvPr/>
        </p:nvCxnSpPr>
        <p:spPr>
          <a:xfrm>
            <a:off x="2419200" y="4135680"/>
            <a:ext cx="227160" cy="62784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sp>
        <p:nvSpPr>
          <p:cNvPr id="1011" name="Oval 12"/>
          <p:cNvSpPr/>
          <p:nvPr/>
        </p:nvSpPr>
        <p:spPr>
          <a:xfrm>
            <a:off x="302400" y="3243600"/>
            <a:ext cx="755640" cy="392760"/>
          </a:xfrm>
          <a:prstGeom prst="ellipse">
            <a:avLst/>
          </a:prstGeom>
          <a:solidFill>
            <a:srgbClr val="FFFFFF"/>
          </a:solidFill>
          <a:ln w="2920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800" b="0" u="sng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2" name="Oval 13"/>
          <p:cNvSpPr/>
          <p:nvPr/>
        </p:nvSpPr>
        <p:spPr>
          <a:xfrm>
            <a:off x="151200" y="3697200"/>
            <a:ext cx="1133640" cy="392760"/>
          </a:xfrm>
          <a:prstGeom prst="ellipse">
            <a:avLst/>
          </a:prstGeom>
          <a:solidFill>
            <a:srgbClr val="FFFFFF"/>
          </a:solidFill>
          <a:ln w="2920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name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3" name="Oval 14"/>
          <p:cNvSpPr/>
          <p:nvPr/>
        </p:nvSpPr>
        <p:spPr>
          <a:xfrm>
            <a:off x="113400" y="4150800"/>
            <a:ext cx="1511640" cy="392760"/>
          </a:xfrm>
          <a:prstGeom prst="ellipse">
            <a:avLst/>
          </a:prstGeom>
          <a:solidFill>
            <a:srgbClr val="FFFFFF"/>
          </a:solidFill>
          <a:ln w="2920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unit_of_measure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4" name="Oval 15"/>
          <p:cNvSpPr/>
          <p:nvPr/>
        </p:nvSpPr>
        <p:spPr>
          <a:xfrm>
            <a:off x="680400" y="4642200"/>
            <a:ext cx="1511640" cy="392760"/>
          </a:xfrm>
          <a:prstGeom prst="ellipse">
            <a:avLst/>
          </a:prstGeom>
          <a:solidFill>
            <a:srgbClr val="FFFFFF"/>
          </a:solidFill>
          <a:ln w="2920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reorder_threshold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5" name="Oval 16"/>
          <p:cNvSpPr/>
          <p:nvPr/>
        </p:nvSpPr>
        <p:spPr>
          <a:xfrm>
            <a:off x="2003400" y="4755600"/>
            <a:ext cx="1284840" cy="392760"/>
          </a:xfrm>
          <a:prstGeom prst="ellipse">
            <a:avLst/>
          </a:prstGeom>
          <a:solidFill>
            <a:srgbClr val="FFFFFF"/>
          </a:solidFill>
          <a:ln w="2920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hazard_level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6" name="Rectangle 17"/>
          <p:cNvSpPr/>
          <p:nvPr/>
        </p:nvSpPr>
        <p:spPr>
          <a:xfrm>
            <a:off x="7560360" y="1946880"/>
            <a:ext cx="1511640" cy="6422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Laboratory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17" name="Connector 33"/>
          <p:cNvCxnSpPr/>
          <p:nvPr/>
        </p:nvCxnSpPr>
        <p:spPr>
          <a:xfrm>
            <a:off x="9072360" y="2268000"/>
            <a:ext cx="38160" cy="36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sp>
        <p:nvSpPr>
          <p:cNvPr id="1018" name="Rectangle 21"/>
          <p:cNvSpPr/>
          <p:nvPr/>
        </p:nvSpPr>
        <p:spPr>
          <a:xfrm>
            <a:off x="1285200" y="1417680"/>
            <a:ext cx="1511640" cy="6422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Supplier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19" name="Connector 34"/>
          <p:cNvCxnSpPr/>
          <p:nvPr/>
        </p:nvCxnSpPr>
        <p:spPr>
          <a:xfrm flipH="1" flipV="1">
            <a:off x="1323000" y="1285200"/>
            <a:ext cx="113760" cy="18936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cxnSp>
        <p:nvCxnSpPr>
          <p:cNvPr id="1020" name="Connector 35"/>
          <p:cNvCxnSpPr/>
          <p:nvPr/>
        </p:nvCxnSpPr>
        <p:spPr>
          <a:xfrm flipH="1">
            <a:off x="1285200" y="1776600"/>
            <a:ext cx="38160" cy="36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cxnSp>
        <p:nvCxnSpPr>
          <p:cNvPr id="1021" name="Connector 36"/>
          <p:cNvCxnSpPr/>
          <p:nvPr/>
        </p:nvCxnSpPr>
        <p:spPr>
          <a:xfrm flipH="1">
            <a:off x="982800" y="2056320"/>
            <a:ext cx="680760" cy="17424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cxnSp>
        <p:nvCxnSpPr>
          <p:cNvPr id="1022" name="Connector 37"/>
          <p:cNvCxnSpPr/>
          <p:nvPr/>
        </p:nvCxnSpPr>
        <p:spPr>
          <a:xfrm flipH="1" flipV="1">
            <a:off x="1512000" y="1020600"/>
            <a:ext cx="529560" cy="40104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sp>
        <p:nvSpPr>
          <p:cNvPr id="1023" name="Oval 26"/>
          <p:cNvSpPr/>
          <p:nvPr/>
        </p:nvSpPr>
        <p:spPr>
          <a:xfrm>
            <a:off x="113400" y="1088640"/>
            <a:ext cx="1209240" cy="392760"/>
          </a:xfrm>
          <a:prstGeom prst="ellipse">
            <a:avLst/>
          </a:prstGeom>
          <a:solidFill>
            <a:srgbClr val="FFFFFF"/>
          </a:solidFill>
          <a:ln w="2920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800" b="0" u="sng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supplier_id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4" name="Oval 27"/>
          <p:cNvSpPr/>
          <p:nvPr/>
        </p:nvSpPr>
        <p:spPr>
          <a:xfrm>
            <a:off x="151200" y="1580040"/>
            <a:ext cx="1133640" cy="392760"/>
          </a:xfrm>
          <a:prstGeom prst="ellipse">
            <a:avLst/>
          </a:prstGeom>
          <a:solidFill>
            <a:srgbClr val="FFFFFF"/>
          </a:solidFill>
          <a:ln w="2920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name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5" name="Oval 28"/>
          <p:cNvSpPr/>
          <p:nvPr/>
        </p:nvSpPr>
        <p:spPr>
          <a:xfrm>
            <a:off x="151200" y="2071800"/>
            <a:ext cx="1436040" cy="392760"/>
          </a:xfrm>
          <a:prstGeom prst="ellipse">
            <a:avLst/>
          </a:prstGeom>
          <a:solidFill>
            <a:srgbClr val="FFFFFF"/>
          </a:solidFill>
          <a:ln w="2920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contact_email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6" name="Oval 29"/>
          <p:cNvSpPr/>
          <p:nvPr/>
        </p:nvSpPr>
        <p:spPr>
          <a:xfrm>
            <a:off x="793800" y="635040"/>
            <a:ext cx="1436040" cy="392760"/>
          </a:xfrm>
          <a:prstGeom prst="ellipse">
            <a:avLst/>
          </a:prstGeom>
          <a:solidFill>
            <a:srgbClr val="FFFFFF"/>
          </a:solidFill>
          <a:ln w="2920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phone_number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7" name="Diamond 30"/>
          <p:cNvSpPr/>
          <p:nvPr/>
        </p:nvSpPr>
        <p:spPr>
          <a:xfrm>
            <a:off x="4271760" y="1833480"/>
            <a:ext cx="1436040" cy="869040"/>
          </a:xfrm>
          <a:prstGeom prst="diamond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Supplies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Diamond 40"/>
          <p:cNvSpPr/>
          <p:nvPr/>
        </p:nvSpPr>
        <p:spPr>
          <a:xfrm>
            <a:off x="6294240" y="4309560"/>
            <a:ext cx="1322640" cy="755640"/>
          </a:xfrm>
          <a:prstGeom prst="diamond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Monitors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9" name="Rectangle 36"/>
          <p:cNvSpPr/>
          <p:nvPr/>
        </p:nvSpPr>
        <p:spPr>
          <a:xfrm>
            <a:off x="4647960" y="2702880"/>
            <a:ext cx="3014280" cy="1606320"/>
          </a:xfrm>
          <a:prstGeom prst="rect">
            <a:avLst/>
          </a:prstGeom>
          <a:solidFill>
            <a:srgbClr val="FFFFFF"/>
          </a:solidFill>
          <a:ln w="15240">
            <a:solidFill>
              <a:srgbClr val="0000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5600" tIns="37800" rIns="75600" bIns="37800" anchor="ctr">
            <a:noAutofit/>
          </a:bodyPr>
          <a:p>
            <a:pPr/>
            <a:endParaRPr lang="fr-FR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cxnSp>
        <p:nvCxnSpPr>
          <p:cNvPr id="1030" name="Connector 3"/>
          <p:cNvCxnSpPr/>
          <p:nvPr/>
        </p:nvCxnSpPr>
        <p:spPr>
          <a:xfrm>
            <a:off x="2797200" y="1738800"/>
            <a:ext cx="1512360" cy="52956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cxnSp>
        <p:nvCxnSpPr>
          <p:cNvPr id="1031" name="Connector 4"/>
          <p:cNvCxnSpPr/>
          <p:nvPr/>
        </p:nvCxnSpPr>
        <p:spPr>
          <a:xfrm flipV="1">
            <a:off x="2494800" y="2464560"/>
            <a:ext cx="2117160" cy="1036080"/>
          </a:xfrm>
          <a:prstGeom prst="straightConnector1">
            <a:avLst/>
          </a:prstGeom>
          <a:ln w="57150">
            <a:solidFill>
              <a:srgbClr val="000000"/>
            </a:solidFill>
          </a:ln>
        </p:spPr>
      </p:cxnSp>
      <p:cxnSp>
        <p:nvCxnSpPr>
          <p:cNvPr id="1032" name="Connector 5"/>
          <p:cNvCxnSpPr/>
          <p:nvPr/>
        </p:nvCxnSpPr>
        <p:spPr>
          <a:xfrm flipH="1">
            <a:off x="5707800" y="2268000"/>
            <a:ext cx="1852920" cy="36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cxnSp>
        <p:nvCxnSpPr>
          <p:cNvPr id="1033" name="Connector 6"/>
          <p:cNvCxnSpPr/>
          <p:nvPr/>
        </p:nvCxnSpPr>
        <p:spPr>
          <a:xfrm flipV="1">
            <a:off x="2797200" y="3780360"/>
            <a:ext cx="2548080" cy="3816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cxnSp>
        <p:nvCxnSpPr>
          <p:cNvPr id="1034" name="Connector 7"/>
          <p:cNvCxnSpPr>
            <a:endCxn id="1035" idx="3"/>
          </p:cNvCxnSpPr>
          <p:nvPr/>
        </p:nvCxnSpPr>
        <p:spPr>
          <a:xfrm flipH="1">
            <a:off x="6577200" y="2585520"/>
            <a:ext cx="2278080" cy="119520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cxnSp>
        <p:nvCxnSpPr>
          <p:cNvPr id="1036" name="Connector 8"/>
          <p:cNvCxnSpPr>
            <a:endCxn id="1028" idx="1"/>
          </p:cNvCxnSpPr>
          <p:nvPr/>
        </p:nvCxnSpPr>
        <p:spPr>
          <a:xfrm>
            <a:off x="5972760" y="4309560"/>
            <a:ext cx="321840" cy="378360"/>
          </a:xfrm>
          <a:prstGeom prst="straightConnector1">
            <a:avLst/>
          </a:prstGeom>
          <a:ln w="57150">
            <a:solidFill>
              <a:srgbClr val="000000"/>
            </a:solidFill>
            <a:tailEnd len="med" type="arrow" w="med"/>
          </a:ln>
        </p:spPr>
      </p:cxnSp>
      <p:cxnSp>
        <p:nvCxnSpPr>
          <p:cNvPr id="1037" name="Connector 9"/>
          <p:cNvCxnSpPr/>
          <p:nvPr/>
        </p:nvCxnSpPr>
        <p:spPr>
          <a:xfrm>
            <a:off x="7613280" y="4687560"/>
            <a:ext cx="98640" cy="36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sp>
        <p:nvSpPr>
          <p:cNvPr id="1038" name="Rectangle 10"/>
          <p:cNvSpPr/>
          <p:nvPr/>
        </p:nvSpPr>
        <p:spPr>
          <a:xfrm>
            <a:off x="1285200" y="3496680"/>
            <a:ext cx="1511640" cy="6422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Consumable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39" name="Connector 11"/>
          <p:cNvCxnSpPr/>
          <p:nvPr/>
        </p:nvCxnSpPr>
        <p:spPr>
          <a:xfrm flipH="1" flipV="1">
            <a:off x="1058400" y="3439800"/>
            <a:ext cx="378360" cy="26532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cxnSp>
        <p:nvCxnSpPr>
          <p:cNvPr id="1040" name="Connector 12"/>
          <p:cNvCxnSpPr/>
          <p:nvPr/>
        </p:nvCxnSpPr>
        <p:spPr>
          <a:xfrm flipH="1">
            <a:off x="1285200" y="3893760"/>
            <a:ext cx="38160" cy="36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cxnSp>
        <p:nvCxnSpPr>
          <p:cNvPr id="1041" name="Connector 13"/>
          <p:cNvCxnSpPr/>
          <p:nvPr/>
        </p:nvCxnSpPr>
        <p:spPr>
          <a:xfrm flipH="1">
            <a:off x="945000" y="4135680"/>
            <a:ext cx="718560" cy="6084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cxnSp>
        <p:nvCxnSpPr>
          <p:cNvPr id="1042" name="Connector 14"/>
          <p:cNvCxnSpPr/>
          <p:nvPr/>
        </p:nvCxnSpPr>
        <p:spPr>
          <a:xfrm flipH="1">
            <a:off x="1436400" y="4135680"/>
            <a:ext cx="491760" cy="55224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cxnSp>
        <p:nvCxnSpPr>
          <p:cNvPr id="1043" name="Connector 15"/>
          <p:cNvCxnSpPr/>
          <p:nvPr/>
        </p:nvCxnSpPr>
        <p:spPr>
          <a:xfrm>
            <a:off x="2419200" y="4135680"/>
            <a:ext cx="227160" cy="62784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sp>
        <p:nvSpPr>
          <p:cNvPr id="1044" name="Oval 16"/>
          <p:cNvSpPr/>
          <p:nvPr/>
        </p:nvSpPr>
        <p:spPr>
          <a:xfrm>
            <a:off x="302400" y="3243600"/>
            <a:ext cx="755640" cy="392760"/>
          </a:xfrm>
          <a:prstGeom prst="ellipse">
            <a:avLst/>
          </a:prstGeom>
          <a:solidFill>
            <a:srgbClr val="FFFFFF"/>
          </a:solidFill>
          <a:ln w="2920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800" b="0" u="sng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5" name="Oval 17"/>
          <p:cNvSpPr/>
          <p:nvPr/>
        </p:nvSpPr>
        <p:spPr>
          <a:xfrm>
            <a:off x="151200" y="3697200"/>
            <a:ext cx="1133640" cy="392760"/>
          </a:xfrm>
          <a:prstGeom prst="ellipse">
            <a:avLst/>
          </a:prstGeom>
          <a:solidFill>
            <a:srgbClr val="FFFFFF"/>
          </a:solidFill>
          <a:ln w="2920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name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6" name="Oval 18"/>
          <p:cNvSpPr/>
          <p:nvPr/>
        </p:nvSpPr>
        <p:spPr>
          <a:xfrm>
            <a:off x="113400" y="4150800"/>
            <a:ext cx="1511640" cy="392760"/>
          </a:xfrm>
          <a:prstGeom prst="ellipse">
            <a:avLst/>
          </a:prstGeom>
          <a:solidFill>
            <a:srgbClr val="FFFFFF"/>
          </a:solidFill>
          <a:ln w="2920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unit_of_measure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7" name="Oval 19"/>
          <p:cNvSpPr/>
          <p:nvPr/>
        </p:nvSpPr>
        <p:spPr>
          <a:xfrm>
            <a:off x="680400" y="4642200"/>
            <a:ext cx="1511640" cy="392760"/>
          </a:xfrm>
          <a:prstGeom prst="ellipse">
            <a:avLst/>
          </a:prstGeom>
          <a:solidFill>
            <a:srgbClr val="FFFFFF"/>
          </a:solidFill>
          <a:ln w="2920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reorder_threshold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8" name="Oval 20"/>
          <p:cNvSpPr/>
          <p:nvPr/>
        </p:nvSpPr>
        <p:spPr>
          <a:xfrm>
            <a:off x="2003400" y="4755600"/>
            <a:ext cx="1284840" cy="392760"/>
          </a:xfrm>
          <a:prstGeom prst="ellipse">
            <a:avLst/>
          </a:prstGeom>
          <a:solidFill>
            <a:srgbClr val="FFFFFF"/>
          </a:solidFill>
          <a:ln w="2920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hazard_level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9" name="Rectangle 21"/>
          <p:cNvSpPr/>
          <p:nvPr/>
        </p:nvSpPr>
        <p:spPr>
          <a:xfrm>
            <a:off x="7560360" y="1946880"/>
            <a:ext cx="1511640" cy="642240"/>
          </a:xfrm>
          <a:prstGeom prst="rect">
            <a:avLst/>
          </a:prstGeom>
          <a:solidFill>
            <a:srgbClr val="FFFFFF"/>
          </a:solidFill>
          <a:ln w="317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Laboratory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50" name="Connector 23"/>
          <p:cNvCxnSpPr/>
          <p:nvPr/>
        </p:nvCxnSpPr>
        <p:spPr>
          <a:xfrm>
            <a:off x="9072360" y="2268000"/>
            <a:ext cx="38160" cy="36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sp>
        <p:nvSpPr>
          <p:cNvPr id="1051" name="Rectangle 25"/>
          <p:cNvSpPr/>
          <p:nvPr/>
        </p:nvSpPr>
        <p:spPr>
          <a:xfrm>
            <a:off x="1285200" y="1417680"/>
            <a:ext cx="1511640" cy="6422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Supplier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52" name="Connector 26"/>
          <p:cNvCxnSpPr/>
          <p:nvPr/>
        </p:nvCxnSpPr>
        <p:spPr>
          <a:xfrm flipH="1" flipV="1">
            <a:off x="1323000" y="1285200"/>
            <a:ext cx="113760" cy="18936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cxnSp>
        <p:nvCxnSpPr>
          <p:cNvPr id="1053" name="Connector 27"/>
          <p:cNvCxnSpPr/>
          <p:nvPr/>
        </p:nvCxnSpPr>
        <p:spPr>
          <a:xfrm flipH="1">
            <a:off x="1285200" y="1776600"/>
            <a:ext cx="38160" cy="36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cxnSp>
        <p:nvCxnSpPr>
          <p:cNvPr id="1054" name="Connector 28"/>
          <p:cNvCxnSpPr/>
          <p:nvPr/>
        </p:nvCxnSpPr>
        <p:spPr>
          <a:xfrm flipH="1">
            <a:off x="982800" y="2056320"/>
            <a:ext cx="680760" cy="17424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cxnSp>
        <p:nvCxnSpPr>
          <p:cNvPr id="1055" name="Connector 29"/>
          <p:cNvCxnSpPr/>
          <p:nvPr/>
        </p:nvCxnSpPr>
        <p:spPr>
          <a:xfrm flipH="1" flipV="1">
            <a:off x="1512000" y="1020600"/>
            <a:ext cx="529560" cy="40104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sp>
        <p:nvSpPr>
          <p:cNvPr id="1056" name="Oval 30"/>
          <p:cNvSpPr/>
          <p:nvPr/>
        </p:nvSpPr>
        <p:spPr>
          <a:xfrm>
            <a:off x="113400" y="1088640"/>
            <a:ext cx="1209240" cy="392760"/>
          </a:xfrm>
          <a:prstGeom prst="ellipse">
            <a:avLst/>
          </a:prstGeom>
          <a:solidFill>
            <a:srgbClr val="FFFFFF"/>
          </a:solidFill>
          <a:ln w="2920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800" b="0" u="sng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supplier_id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7" name="Oval 31"/>
          <p:cNvSpPr/>
          <p:nvPr/>
        </p:nvSpPr>
        <p:spPr>
          <a:xfrm>
            <a:off x="151200" y="1580040"/>
            <a:ext cx="1133640" cy="392760"/>
          </a:xfrm>
          <a:prstGeom prst="ellipse">
            <a:avLst/>
          </a:prstGeom>
          <a:solidFill>
            <a:srgbClr val="FFFFFF"/>
          </a:solidFill>
          <a:ln w="2920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name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8" name="Oval 32"/>
          <p:cNvSpPr/>
          <p:nvPr/>
        </p:nvSpPr>
        <p:spPr>
          <a:xfrm>
            <a:off x="151200" y="2071800"/>
            <a:ext cx="1436040" cy="392760"/>
          </a:xfrm>
          <a:prstGeom prst="ellipse">
            <a:avLst/>
          </a:prstGeom>
          <a:solidFill>
            <a:srgbClr val="FFFFFF"/>
          </a:solidFill>
          <a:ln w="2920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contact_email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9" name="Oval 33"/>
          <p:cNvSpPr/>
          <p:nvPr/>
        </p:nvSpPr>
        <p:spPr>
          <a:xfrm>
            <a:off x="793800" y="635040"/>
            <a:ext cx="1436040" cy="392760"/>
          </a:xfrm>
          <a:prstGeom prst="ellipse">
            <a:avLst/>
          </a:prstGeom>
          <a:solidFill>
            <a:srgbClr val="FFFFFF"/>
          </a:solidFill>
          <a:ln w="2920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phone_number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0" name="Diamond 3"/>
          <p:cNvSpPr/>
          <p:nvPr/>
        </p:nvSpPr>
        <p:spPr>
          <a:xfrm>
            <a:off x="4271760" y="1833480"/>
            <a:ext cx="1436040" cy="869040"/>
          </a:xfrm>
          <a:prstGeom prst="diamond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Supplied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5" name="Diamond 4"/>
          <p:cNvSpPr/>
          <p:nvPr/>
        </p:nvSpPr>
        <p:spPr>
          <a:xfrm>
            <a:off x="5367960" y="3402360"/>
            <a:ext cx="1209240" cy="755640"/>
          </a:xfrm>
          <a:prstGeom prst="diamond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Stocks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1" name="Rectangle 38"/>
          <p:cNvSpPr/>
          <p:nvPr/>
        </p:nvSpPr>
        <p:spPr>
          <a:xfrm>
            <a:off x="7711560" y="4366440"/>
            <a:ext cx="1511640" cy="642240"/>
          </a:xfrm>
          <a:prstGeom prst="rect">
            <a:avLst/>
          </a:prstGeom>
          <a:solidFill>
            <a:srgbClr val="FFFFFF"/>
          </a:solidFill>
          <a:ln w="317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Technical Staff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2" name="TextBox 39"/>
          <p:cNvSpPr/>
          <p:nvPr/>
        </p:nvSpPr>
        <p:spPr>
          <a:xfrm>
            <a:off x="8391240" y="5009040"/>
            <a:ext cx="152280" cy="18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75600" tIns="37800" rIns="75600" bIns="37800" anchor="t">
            <a:spAutoFit/>
          </a:bodyPr>
          <a:p>
            <a:pPr/>
            <a:endParaRPr lang="fr-FR" sz="700" b="0" i="1" u="none" strike="noStrike">
              <a:solidFill>
                <a:srgbClr val="666666"/>
              </a:solidFill>
              <a:effectLst/>
              <a:uFillTx/>
              <a:latin typeface="Arial"/>
            </a:endParaRPr>
          </a:p>
        </p:txBody>
      </p:sp>
      <p:cxnSp>
        <p:nvCxnSpPr>
          <p:cNvPr id="1063" name="Connector 1"/>
          <p:cNvCxnSpPr/>
          <p:nvPr/>
        </p:nvCxnSpPr>
        <p:spPr>
          <a:xfrm flipH="1" flipV="1">
            <a:off x="5274360" y="3402000"/>
            <a:ext cx="259920" cy="27612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sp>
        <p:nvSpPr>
          <p:cNvPr id="1064" name="Oval 1"/>
          <p:cNvSpPr/>
          <p:nvPr/>
        </p:nvSpPr>
        <p:spPr>
          <a:xfrm rot="19915800">
            <a:off x="4671360" y="3195000"/>
            <a:ext cx="706680" cy="276480"/>
          </a:xfrm>
          <a:prstGeom prst="ellipse">
            <a:avLst/>
          </a:prstGeom>
          <a:solidFill>
            <a:srgbClr val="FFFFFF"/>
          </a:solidFill>
          <a:ln w="2920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1050" b="0" u="sng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qtty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65" name="Connector 2"/>
          <p:cNvCxnSpPr>
            <a:stCxn id="1028" idx="2"/>
          </p:cNvCxnSpPr>
          <p:nvPr/>
        </p:nvCxnSpPr>
        <p:spPr>
          <a:xfrm flipH="1">
            <a:off x="6109920" y="5065200"/>
            <a:ext cx="846000" cy="3600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sp>
        <p:nvSpPr>
          <p:cNvPr id="1066" name="Oval 2"/>
          <p:cNvSpPr/>
          <p:nvPr/>
        </p:nvSpPr>
        <p:spPr>
          <a:xfrm>
            <a:off x="4601160" y="4947840"/>
            <a:ext cx="1511640" cy="557640"/>
          </a:xfrm>
          <a:prstGeom prst="ellipse">
            <a:avLst/>
          </a:prstGeom>
          <a:solidFill>
            <a:srgbClr val="FFFFFF"/>
          </a:solidFill>
          <a:ln w="2920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105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Monitoring_start_date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67" name="Connector 10"/>
          <p:cNvCxnSpPr/>
          <p:nvPr/>
        </p:nvCxnSpPr>
        <p:spPr>
          <a:xfrm flipV="1">
            <a:off x="5821560" y="3243240"/>
            <a:ext cx="360" cy="26892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cxnSp>
        <p:nvCxnSpPr>
          <p:cNvPr id="1068" name="Connector 16"/>
          <p:cNvCxnSpPr/>
          <p:nvPr/>
        </p:nvCxnSpPr>
        <p:spPr>
          <a:xfrm flipV="1">
            <a:off x="6355800" y="3223440"/>
            <a:ext cx="283680" cy="41328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sp>
        <p:nvSpPr>
          <p:cNvPr id="1069" name="Oval 3"/>
          <p:cNvSpPr/>
          <p:nvPr/>
        </p:nvSpPr>
        <p:spPr>
          <a:xfrm rot="945600">
            <a:off x="6355800" y="2901600"/>
            <a:ext cx="1133640" cy="392760"/>
          </a:xfrm>
          <a:prstGeom prst="ellipse">
            <a:avLst/>
          </a:prstGeom>
          <a:solidFill>
            <a:srgbClr val="FFFFFF"/>
          </a:solidFill>
          <a:ln w="2920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Last_restock_date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0" name="Oval 4"/>
          <p:cNvSpPr/>
          <p:nvPr/>
        </p:nvSpPr>
        <p:spPr>
          <a:xfrm>
            <a:off x="5274720" y="2773440"/>
            <a:ext cx="1018800" cy="446760"/>
          </a:xfrm>
          <a:prstGeom prst="ellipse">
            <a:avLst/>
          </a:prstGeom>
          <a:solidFill>
            <a:srgbClr val="FFFFFF"/>
          </a:solidFill>
          <a:ln w="2920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105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Storage condition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Diamond 1"/>
          <p:cNvSpPr/>
          <p:nvPr/>
        </p:nvSpPr>
        <p:spPr>
          <a:xfrm>
            <a:off x="6294240" y="4309560"/>
            <a:ext cx="1322640" cy="755640"/>
          </a:xfrm>
          <a:prstGeom prst="diamond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Monitors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2" name="Rectangle 36"/>
          <p:cNvSpPr/>
          <p:nvPr/>
        </p:nvSpPr>
        <p:spPr>
          <a:xfrm>
            <a:off x="4647960" y="2702880"/>
            <a:ext cx="3014280" cy="1606320"/>
          </a:xfrm>
          <a:prstGeom prst="rect">
            <a:avLst/>
          </a:prstGeom>
          <a:solidFill>
            <a:srgbClr val="FFFFFF"/>
          </a:solidFill>
          <a:ln w="15240">
            <a:solidFill>
              <a:srgbClr val="0000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5600" tIns="37800" rIns="75600" bIns="37800" anchor="ctr">
            <a:noAutofit/>
          </a:bodyPr>
          <a:p>
            <a:pPr/>
            <a:endParaRPr lang="fr-FR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cxnSp>
        <p:nvCxnSpPr>
          <p:cNvPr id="1073" name="Connector 3"/>
          <p:cNvCxnSpPr/>
          <p:nvPr/>
        </p:nvCxnSpPr>
        <p:spPr>
          <a:xfrm>
            <a:off x="2797200" y="1738800"/>
            <a:ext cx="1512360" cy="52956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cxnSp>
        <p:nvCxnSpPr>
          <p:cNvPr id="1074" name="Connector 4"/>
          <p:cNvCxnSpPr/>
          <p:nvPr/>
        </p:nvCxnSpPr>
        <p:spPr>
          <a:xfrm flipV="1">
            <a:off x="2494800" y="2464560"/>
            <a:ext cx="2117160" cy="1036080"/>
          </a:xfrm>
          <a:prstGeom prst="straightConnector1">
            <a:avLst/>
          </a:prstGeom>
          <a:ln w="57150">
            <a:solidFill>
              <a:srgbClr val="000000"/>
            </a:solidFill>
          </a:ln>
        </p:spPr>
      </p:cxnSp>
      <p:cxnSp>
        <p:nvCxnSpPr>
          <p:cNvPr id="1075" name="Connector 5"/>
          <p:cNvCxnSpPr/>
          <p:nvPr/>
        </p:nvCxnSpPr>
        <p:spPr>
          <a:xfrm flipH="1">
            <a:off x="5707800" y="2268000"/>
            <a:ext cx="1852920" cy="36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cxnSp>
        <p:nvCxnSpPr>
          <p:cNvPr id="1076" name="Connector 6"/>
          <p:cNvCxnSpPr/>
          <p:nvPr/>
        </p:nvCxnSpPr>
        <p:spPr>
          <a:xfrm flipV="1">
            <a:off x="2797200" y="3780360"/>
            <a:ext cx="2548080" cy="3816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cxnSp>
        <p:nvCxnSpPr>
          <p:cNvPr id="1077" name="Connector 7"/>
          <p:cNvCxnSpPr>
            <a:endCxn id="1078" idx="3"/>
          </p:cNvCxnSpPr>
          <p:nvPr/>
        </p:nvCxnSpPr>
        <p:spPr>
          <a:xfrm flipH="1">
            <a:off x="6577200" y="2585520"/>
            <a:ext cx="2278080" cy="119520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cxnSp>
        <p:nvCxnSpPr>
          <p:cNvPr id="1079" name="Connector 8"/>
          <p:cNvCxnSpPr>
            <a:endCxn id="1071" idx="1"/>
          </p:cNvCxnSpPr>
          <p:nvPr/>
        </p:nvCxnSpPr>
        <p:spPr>
          <a:xfrm>
            <a:off x="5972760" y="4309560"/>
            <a:ext cx="321840" cy="378360"/>
          </a:xfrm>
          <a:prstGeom prst="straightConnector1">
            <a:avLst/>
          </a:prstGeom>
          <a:ln w="57150">
            <a:solidFill>
              <a:srgbClr val="000000"/>
            </a:solidFill>
            <a:tailEnd len="med" type="arrow" w="med"/>
          </a:ln>
        </p:spPr>
      </p:cxnSp>
      <p:cxnSp>
        <p:nvCxnSpPr>
          <p:cNvPr id="1080" name="Connector 9"/>
          <p:cNvCxnSpPr/>
          <p:nvPr/>
        </p:nvCxnSpPr>
        <p:spPr>
          <a:xfrm>
            <a:off x="7613280" y="4687560"/>
            <a:ext cx="98640" cy="36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sp>
        <p:nvSpPr>
          <p:cNvPr id="1081" name="Rectangle 10"/>
          <p:cNvSpPr/>
          <p:nvPr/>
        </p:nvSpPr>
        <p:spPr>
          <a:xfrm>
            <a:off x="1285200" y="3496680"/>
            <a:ext cx="1511640" cy="6422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Consumable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82" name="Connector 11"/>
          <p:cNvCxnSpPr/>
          <p:nvPr/>
        </p:nvCxnSpPr>
        <p:spPr>
          <a:xfrm flipH="1" flipV="1">
            <a:off x="1058400" y="3439800"/>
            <a:ext cx="378360" cy="26532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cxnSp>
        <p:nvCxnSpPr>
          <p:cNvPr id="1083" name="Connector 12"/>
          <p:cNvCxnSpPr/>
          <p:nvPr/>
        </p:nvCxnSpPr>
        <p:spPr>
          <a:xfrm flipH="1">
            <a:off x="1285200" y="3893760"/>
            <a:ext cx="38160" cy="36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cxnSp>
        <p:nvCxnSpPr>
          <p:cNvPr id="1084" name="Connector 13"/>
          <p:cNvCxnSpPr/>
          <p:nvPr/>
        </p:nvCxnSpPr>
        <p:spPr>
          <a:xfrm flipH="1">
            <a:off x="945000" y="4135680"/>
            <a:ext cx="718560" cy="6084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cxnSp>
        <p:nvCxnSpPr>
          <p:cNvPr id="1085" name="Connector 14"/>
          <p:cNvCxnSpPr/>
          <p:nvPr/>
        </p:nvCxnSpPr>
        <p:spPr>
          <a:xfrm flipH="1">
            <a:off x="1436400" y="4135680"/>
            <a:ext cx="491760" cy="55224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cxnSp>
        <p:nvCxnSpPr>
          <p:cNvPr id="1086" name="Connector 15"/>
          <p:cNvCxnSpPr/>
          <p:nvPr/>
        </p:nvCxnSpPr>
        <p:spPr>
          <a:xfrm>
            <a:off x="2419200" y="4135680"/>
            <a:ext cx="227160" cy="62784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sp>
        <p:nvSpPr>
          <p:cNvPr id="1087" name="Oval 16"/>
          <p:cNvSpPr/>
          <p:nvPr/>
        </p:nvSpPr>
        <p:spPr>
          <a:xfrm>
            <a:off x="302400" y="3243600"/>
            <a:ext cx="755640" cy="392760"/>
          </a:xfrm>
          <a:prstGeom prst="ellipse">
            <a:avLst/>
          </a:prstGeom>
          <a:solidFill>
            <a:srgbClr val="FFFFFF"/>
          </a:solidFill>
          <a:ln w="2920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800" b="0" u="sng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8" name="Oval 17"/>
          <p:cNvSpPr/>
          <p:nvPr/>
        </p:nvSpPr>
        <p:spPr>
          <a:xfrm>
            <a:off x="151200" y="3697200"/>
            <a:ext cx="1133640" cy="392760"/>
          </a:xfrm>
          <a:prstGeom prst="ellipse">
            <a:avLst/>
          </a:prstGeom>
          <a:solidFill>
            <a:srgbClr val="FFFFFF"/>
          </a:solidFill>
          <a:ln w="2920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name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9" name="Oval 18"/>
          <p:cNvSpPr/>
          <p:nvPr/>
        </p:nvSpPr>
        <p:spPr>
          <a:xfrm>
            <a:off x="113400" y="4150800"/>
            <a:ext cx="1511640" cy="392760"/>
          </a:xfrm>
          <a:prstGeom prst="ellipse">
            <a:avLst/>
          </a:prstGeom>
          <a:solidFill>
            <a:srgbClr val="FFFFFF"/>
          </a:solidFill>
          <a:ln w="2920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unit_of_measure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0" name="Oval 19"/>
          <p:cNvSpPr/>
          <p:nvPr/>
        </p:nvSpPr>
        <p:spPr>
          <a:xfrm>
            <a:off x="680400" y="4642200"/>
            <a:ext cx="1511640" cy="392760"/>
          </a:xfrm>
          <a:prstGeom prst="ellipse">
            <a:avLst/>
          </a:prstGeom>
          <a:solidFill>
            <a:srgbClr val="FFFFFF"/>
          </a:solidFill>
          <a:ln w="2920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reorder_threshold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1" name="Oval 20"/>
          <p:cNvSpPr/>
          <p:nvPr/>
        </p:nvSpPr>
        <p:spPr>
          <a:xfrm>
            <a:off x="2003400" y="4755600"/>
            <a:ext cx="1284840" cy="392760"/>
          </a:xfrm>
          <a:prstGeom prst="ellipse">
            <a:avLst/>
          </a:prstGeom>
          <a:solidFill>
            <a:srgbClr val="FFFFFF"/>
          </a:solidFill>
          <a:ln w="2920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hazard_level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2" name="Rectangle 21"/>
          <p:cNvSpPr/>
          <p:nvPr/>
        </p:nvSpPr>
        <p:spPr>
          <a:xfrm>
            <a:off x="7560360" y="1946880"/>
            <a:ext cx="1511640" cy="642240"/>
          </a:xfrm>
          <a:prstGeom prst="rect">
            <a:avLst/>
          </a:prstGeom>
          <a:solidFill>
            <a:srgbClr val="FFFFFF"/>
          </a:solidFill>
          <a:ln w="317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Laboratory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3" name="Rectangle 25"/>
          <p:cNvSpPr/>
          <p:nvPr/>
        </p:nvSpPr>
        <p:spPr>
          <a:xfrm>
            <a:off x="1285200" y="1417680"/>
            <a:ext cx="1511640" cy="6422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Supplier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94" name="Connector 26"/>
          <p:cNvCxnSpPr/>
          <p:nvPr/>
        </p:nvCxnSpPr>
        <p:spPr>
          <a:xfrm flipH="1" flipV="1">
            <a:off x="1323000" y="1285200"/>
            <a:ext cx="113760" cy="18936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cxnSp>
        <p:nvCxnSpPr>
          <p:cNvPr id="1095" name="Connector 27"/>
          <p:cNvCxnSpPr/>
          <p:nvPr/>
        </p:nvCxnSpPr>
        <p:spPr>
          <a:xfrm flipH="1">
            <a:off x="1285200" y="1776600"/>
            <a:ext cx="38160" cy="36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cxnSp>
        <p:nvCxnSpPr>
          <p:cNvPr id="1096" name="Connector 28"/>
          <p:cNvCxnSpPr/>
          <p:nvPr/>
        </p:nvCxnSpPr>
        <p:spPr>
          <a:xfrm flipH="1">
            <a:off x="982800" y="2056320"/>
            <a:ext cx="680760" cy="17424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cxnSp>
        <p:nvCxnSpPr>
          <p:cNvPr id="1097" name="Connector 29"/>
          <p:cNvCxnSpPr/>
          <p:nvPr/>
        </p:nvCxnSpPr>
        <p:spPr>
          <a:xfrm flipH="1" flipV="1">
            <a:off x="1512000" y="1020600"/>
            <a:ext cx="529560" cy="40104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sp>
        <p:nvSpPr>
          <p:cNvPr id="1098" name="Oval 30"/>
          <p:cNvSpPr/>
          <p:nvPr/>
        </p:nvSpPr>
        <p:spPr>
          <a:xfrm>
            <a:off x="113400" y="1088640"/>
            <a:ext cx="1209240" cy="392760"/>
          </a:xfrm>
          <a:prstGeom prst="ellipse">
            <a:avLst/>
          </a:prstGeom>
          <a:solidFill>
            <a:srgbClr val="FFFFFF"/>
          </a:solidFill>
          <a:ln w="2920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800" b="0" u="sng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supplier_id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9" name="Oval 31"/>
          <p:cNvSpPr/>
          <p:nvPr/>
        </p:nvSpPr>
        <p:spPr>
          <a:xfrm>
            <a:off x="151200" y="1580040"/>
            <a:ext cx="1133640" cy="392760"/>
          </a:xfrm>
          <a:prstGeom prst="ellipse">
            <a:avLst/>
          </a:prstGeom>
          <a:solidFill>
            <a:srgbClr val="FFFFFF"/>
          </a:solidFill>
          <a:ln w="2920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name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0" name="Oval 32"/>
          <p:cNvSpPr/>
          <p:nvPr/>
        </p:nvSpPr>
        <p:spPr>
          <a:xfrm>
            <a:off x="151200" y="2071800"/>
            <a:ext cx="1436040" cy="392760"/>
          </a:xfrm>
          <a:prstGeom prst="ellipse">
            <a:avLst/>
          </a:prstGeom>
          <a:solidFill>
            <a:srgbClr val="FFFFFF"/>
          </a:solidFill>
          <a:ln w="2920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contact_email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1" name="Oval 33"/>
          <p:cNvSpPr/>
          <p:nvPr/>
        </p:nvSpPr>
        <p:spPr>
          <a:xfrm>
            <a:off x="793800" y="635040"/>
            <a:ext cx="1436040" cy="392760"/>
          </a:xfrm>
          <a:prstGeom prst="ellipse">
            <a:avLst/>
          </a:prstGeom>
          <a:solidFill>
            <a:srgbClr val="FFFFFF"/>
          </a:solidFill>
          <a:ln w="2920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phone_number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2" name="Diamond 2"/>
          <p:cNvSpPr/>
          <p:nvPr/>
        </p:nvSpPr>
        <p:spPr>
          <a:xfrm>
            <a:off x="4271760" y="1833480"/>
            <a:ext cx="1436040" cy="869040"/>
          </a:xfrm>
          <a:prstGeom prst="diamond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Supplied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8" name="Diamond 7"/>
          <p:cNvSpPr/>
          <p:nvPr/>
        </p:nvSpPr>
        <p:spPr>
          <a:xfrm>
            <a:off x="5367960" y="3402360"/>
            <a:ext cx="1209240" cy="755640"/>
          </a:xfrm>
          <a:prstGeom prst="diamond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Stocks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3" name="Rectangle 38"/>
          <p:cNvSpPr/>
          <p:nvPr/>
        </p:nvSpPr>
        <p:spPr>
          <a:xfrm>
            <a:off x="7711560" y="4366440"/>
            <a:ext cx="1511640" cy="642240"/>
          </a:xfrm>
          <a:prstGeom prst="rect">
            <a:avLst/>
          </a:prstGeom>
          <a:solidFill>
            <a:srgbClr val="FFFFFF"/>
          </a:solidFill>
          <a:ln w="317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Technical Staff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4" name="TextBox 39"/>
          <p:cNvSpPr/>
          <p:nvPr/>
        </p:nvSpPr>
        <p:spPr>
          <a:xfrm>
            <a:off x="8391240" y="5009040"/>
            <a:ext cx="152280" cy="18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75600" tIns="37800" rIns="75600" bIns="37800" anchor="t">
            <a:spAutoFit/>
          </a:bodyPr>
          <a:p>
            <a:pPr/>
            <a:endParaRPr lang="fr-FR" sz="700" b="0" i="1" u="none" strike="noStrike">
              <a:solidFill>
                <a:srgbClr val="666666"/>
              </a:solidFill>
              <a:effectLst/>
              <a:uFillTx/>
              <a:latin typeface="Arial"/>
            </a:endParaRPr>
          </a:p>
        </p:txBody>
      </p:sp>
      <p:cxnSp>
        <p:nvCxnSpPr>
          <p:cNvPr id="1105" name="Connector 1"/>
          <p:cNvCxnSpPr/>
          <p:nvPr/>
        </p:nvCxnSpPr>
        <p:spPr>
          <a:xfrm flipH="1" flipV="1">
            <a:off x="5274360" y="3402000"/>
            <a:ext cx="259920" cy="27612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sp>
        <p:nvSpPr>
          <p:cNvPr id="1106" name="Oval 1"/>
          <p:cNvSpPr/>
          <p:nvPr/>
        </p:nvSpPr>
        <p:spPr>
          <a:xfrm rot="19915800">
            <a:off x="4671360" y="3195000"/>
            <a:ext cx="706680" cy="276480"/>
          </a:xfrm>
          <a:prstGeom prst="ellipse">
            <a:avLst/>
          </a:prstGeom>
          <a:solidFill>
            <a:srgbClr val="FFFFFF"/>
          </a:solidFill>
          <a:ln w="2920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1050" b="0" u="sng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qtty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07" name="Connector 2"/>
          <p:cNvCxnSpPr>
            <a:stCxn id="1071" idx="2"/>
          </p:cNvCxnSpPr>
          <p:nvPr/>
        </p:nvCxnSpPr>
        <p:spPr>
          <a:xfrm>
            <a:off x="6955560" y="5065200"/>
            <a:ext cx="215280" cy="16164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sp>
        <p:nvSpPr>
          <p:cNvPr id="1108" name="Oval 2"/>
          <p:cNvSpPr/>
          <p:nvPr/>
        </p:nvSpPr>
        <p:spPr>
          <a:xfrm>
            <a:off x="6960240" y="5148720"/>
            <a:ext cx="1511640" cy="557640"/>
          </a:xfrm>
          <a:prstGeom prst="ellipse">
            <a:avLst/>
          </a:prstGeom>
          <a:solidFill>
            <a:srgbClr val="FFFFFF"/>
          </a:solidFill>
          <a:ln w="2920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105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Monitoring_start_date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09" name="Connector 10"/>
          <p:cNvCxnSpPr/>
          <p:nvPr/>
        </p:nvCxnSpPr>
        <p:spPr>
          <a:xfrm flipV="1">
            <a:off x="5821560" y="3243240"/>
            <a:ext cx="360" cy="26892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cxnSp>
        <p:nvCxnSpPr>
          <p:cNvPr id="1110" name="Connector 16"/>
          <p:cNvCxnSpPr/>
          <p:nvPr/>
        </p:nvCxnSpPr>
        <p:spPr>
          <a:xfrm flipV="1">
            <a:off x="6355800" y="3223440"/>
            <a:ext cx="283680" cy="41328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sp>
        <p:nvSpPr>
          <p:cNvPr id="1111" name="Oval 3"/>
          <p:cNvSpPr/>
          <p:nvPr/>
        </p:nvSpPr>
        <p:spPr>
          <a:xfrm rot="945600">
            <a:off x="6355800" y="2901600"/>
            <a:ext cx="1133640" cy="392760"/>
          </a:xfrm>
          <a:prstGeom prst="ellipse">
            <a:avLst/>
          </a:prstGeom>
          <a:solidFill>
            <a:srgbClr val="FFFFFF"/>
          </a:solidFill>
          <a:ln w="2920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Last_restock_date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2" name="Oval 4"/>
          <p:cNvSpPr/>
          <p:nvPr/>
        </p:nvSpPr>
        <p:spPr>
          <a:xfrm>
            <a:off x="5274720" y="2773440"/>
            <a:ext cx="1018800" cy="446760"/>
          </a:xfrm>
          <a:prstGeom prst="ellipse">
            <a:avLst/>
          </a:prstGeom>
          <a:solidFill>
            <a:srgbClr val="FFFFFF"/>
          </a:solidFill>
          <a:ln w="2920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105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Storage condition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13" name="Connector 17"/>
          <p:cNvCxnSpPr/>
          <p:nvPr/>
        </p:nvCxnSpPr>
        <p:spPr>
          <a:xfrm>
            <a:off x="2494800" y="4135680"/>
            <a:ext cx="983160" cy="40104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sp>
        <p:nvSpPr>
          <p:cNvPr id="1114" name="Diamond 8"/>
          <p:cNvSpPr/>
          <p:nvPr/>
        </p:nvSpPr>
        <p:spPr>
          <a:xfrm rot="1179600">
            <a:off x="3428280" y="4344840"/>
            <a:ext cx="1284840" cy="755640"/>
          </a:xfrm>
          <a:prstGeom prst="diamond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Consumes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15" name="Connector 18"/>
          <p:cNvCxnSpPr/>
          <p:nvPr/>
        </p:nvCxnSpPr>
        <p:spPr>
          <a:xfrm flipH="1" flipV="1">
            <a:off x="4460400" y="4952160"/>
            <a:ext cx="419760" cy="19692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sp>
        <p:nvSpPr>
          <p:cNvPr id="1116" name="Rectangle 55"/>
          <p:cNvSpPr/>
          <p:nvPr/>
        </p:nvSpPr>
        <p:spPr>
          <a:xfrm>
            <a:off x="4800960" y="4952160"/>
            <a:ext cx="1436040" cy="604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Reservation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17" name="Connector 19"/>
          <p:cNvCxnSpPr/>
          <p:nvPr/>
        </p:nvCxnSpPr>
        <p:spPr>
          <a:xfrm flipV="1">
            <a:off x="3830760" y="5065560"/>
            <a:ext cx="110880" cy="189360"/>
          </a:xfrm>
          <a:prstGeom prst="straightConnector1">
            <a:avLst/>
          </a:prstGeom>
          <a:ln w="16510">
            <a:solidFill>
              <a:srgbClr val="000000"/>
            </a:solidFill>
          </a:ln>
        </p:spPr>
      </p:cxnSp>
      <p:sp>
        <p:nvSpPr>
          <p:cNvPr id="1118" name="Oval 5"/>
          <p:cNvSpPr/>
          <p:nvPr/>
        </p:nvSpPr>
        <p:spPr>
          <a:xfrm rot="987600">
            <a:off x="3159000" y="5211720"/>
            <a:ext cx="974880" cy="276480"/>
          </a:xfrm>
          <a:prstGeom prst="ellipse">
            <a:avLst/>
          </a:prstGeom>
          <a:solidFill>
            <a:srgbClr val="FFFFFF"/>
          </a:solidFill>
          <a:ln w="2920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560" rIns="22680" bIns="7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fr-FR" sz="1050" b="0" u="sng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Qtty_used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PlaceHolder 1"/>
          <p:cNvSpPr>
            <a:spLocks noGrp="1"/>
          </p:cNvSpPr>
          <p:nvPr>
            <p:ph type="title"/>
          </p:nvPr>
        </p:nvSpPr>
        <p:spPr>
          <a:xfrm>
            <a:off x="504000" y="526320"/>
            <a:ext cx="9071280" cy="345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fr-FR" sz="2500" b="0" u="sng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Entity /Attributes sets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0" name="Rectangle 3"/>
          <p:cNvSpPr/>
          <p:nvPr/>
        </p:nvSpPr>
        <p:spPr>
          <a:xfrm>
            <a:off x="321840" y="1439280"/>
            <a:ext cx="4368600" cy="205704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fr-FR" sz="1400" b="1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Calibration Record (weak entity)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fr-FR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-Calibration_date: descriminative attribute (partial key)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fr-FR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-Calibration_type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fr-FR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-Result {Pass, Fail,Adjusted}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fr-FR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-next_due_date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fr-FR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-remarks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1" name="Rectangle 4"/>
          <p:cNvSpPr/>
          <p:nvPr/>
        </p:nvSpPr>
        <p:spPr>
          <a:xfrm>
            <a:off x="5257800" y="1431000"/>
            <a:ext cx="4368600" cy="205704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fr-FR" sz="1400" b="1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Consumable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fr-FR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-id: primary key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fr-FR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-name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fr-FR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-unit_of_measure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fr-FR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-hazard_level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fr-FR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-reorder_treshold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2" name="Rectangle 5"/>
          <p:cNvSpPr/>
          <p:nvPr/>
        </p:nvSpPr>
        <p:spPr>
          <a:xfrm>
            <a:off x="2810880" y="3683160"/>
            <a:ext cx="4368600" cy="183492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fr-FR" sz="1400" b="1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Supplier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fr-FR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-supplier_id: primary key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fr-FR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-name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fr-FR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-contact email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fr-FR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-phone number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3" name="TextBox 1"/>
          <p:cNvSpPr/>
          <p:nvPr/>
        </p:nvSpPr>
        <p:spPr>
          <a:xfrm>
            <a:off x="378000" y="136080"/>
            <a:ext cx="9321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5600" tIns="37800" rIns="75600" bIns="378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fr-FR" sz="2500" b="0" u="sng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Relationships / Constraints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4" name="Rectangle 2"/>
          <p:cNvSpPr/>
          <p:nvPr/>
        </p:nvSpPr>
        <p:spPr>
          <a:xfrm>
            <a:off x="340200" y="945000"/>
            <a:ext cx="4536000" cy="158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720" tIns="75600" rIns="90720" bIns="45360" anchor="t">
            <a:noAutofit/>
          </a:bodyPr>
          <a:p>
            <a:pPr defTabSz="914400">
              <a:lnSpc>
                <a:spcPct val="100000"/>
              </a:lnSpc>
            </a:pPr>
            <a:r>
              <a:rPr lang="fr-FR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Calibrates (identifying relationship)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82"/>
              </a:spcAf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- Equipment Unit  —  Calibration Record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82"/>
              </a:spcAf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- Calibration Record: total participation + key -&gt; exactly one unit (CA3)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82"/>
              </a:spcAf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- Equipment Unit: partial (only some units are calibrated) (CA1)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82"/>
              </a:spcAf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- Cardinality: one-to_many(one unit, many records)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5" name="Rectangle 3"/>
          <p:cNvSpPr/>
          <p:nvPr/>
        </p:nvSpPr>
        <p:spPr>
          <a:xfrm>
            <a:off x="5178960" y="945000"/>
            <a:ext cx="4536000" cy="158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720" tIns="75600" rIns="90720" bIns="45360" anchor="t">
            <a:noAutofit/>
          </a:bodyPr>
          <a:p>
            <a:pPr defTabSz="914400">
              <a:lnSpc>
                <a:spcPct val="100000"/>
              </a:lnSpc>
            </a:pPr>
            <a:r>
              <a:rPr lang="fr-FR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Supplies  (ternary)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82"/>
              </a:spcAf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- Supplier x Consumable x Laboratory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82"/>
              </a:spcAf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- Descriptive attribute: unit_price (CO4)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82"/>
              </a:spcAf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- many-to-many: P ; Consumable assumed total (CO3)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82"/>
              </a:spcAf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- May exist without stock -&gt; separate from Stock (CO5)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6" name="Rectangle 4"/>
          <p:cNvSpPr/>
          <p:nvPr/>
        </p:nvSpPr>
        <p:spPr>
          <a:xfrm>
            <a:off x="340200" y="2646360"/>
            <a:ext cx="4536000" cy="151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720" tIns="75600" rIns="90720" bIns="45360" anchor="t">
            <a:noAutofit/>
          </a:bodyPr>
          <a:p>
            <a:pPr defTabSz="914400">
              <a:lnSpc>
                <a:spcPct val="100000"/>
              </a:lnSpc>
            </a:pPr>
            <a:r>
              <a:rPr lang="fr-FR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Stock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82"/>
              </a:spcAf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- Laboratory x Consumable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82"/>
              </a:spcAf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- Attributes: quantity_on_hand, last_restock_date, storage_condition (CO7)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82"/>
              </a:spcAf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-many-to-many both sides partial (CO6)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7" name="Rectangle 5"/>
          <p:cNvSpPr/>
          <p:nvPr/>
        </p:nvSpPr>
        <p:spPr>
          <a:xfrm>
            <a:off x="5178960" y="2646360"/>
            <a:ext cx="4536000" cy="151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720" tIns="75600" rIns="90720" bIns="45360" anchor="t">
            <a:noAutofit/>
          </a:bodyPr>
          <a:p>
            <a:pPr defTabSz="914400">
              <a:lnSpc>
                <a:spcPct val="100000"/>
              </a:lnSpc>
            </a:pPr>
            <a:r>
              <a:rPr lang="fr-FR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Monitors  (aggregation of Stock)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82"/>
              </a:spcAf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- Stock (aggregate) x Technical Staff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82"/>
              </a:spcAf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- Descriptive attribute: monitor_start_date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82"/>
              </a:spcAf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- Each Stock -&gt; exactly one Technical Staff (key + total) (CO8</a:t>
            </a:r>
            <a:r>
              <a:rPr lang="fr-FR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8" name="Rectangle 6"/>
          <p:cNvSpPr/>
          <p:nvPr/>
        </p:nvSpPr>
        <p:spPr>
          <a:xfrm>
            <a:off x="2759400" y="4271760"/>
            <a:ext cx="4536000" cy="13982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720" tIns="75600" rIns="90720" bIns="45360" anchor="t">
            <a:noAutofit/>
          </a:bodyPr>
          <a:p>
            <a:pPr defTabSz="914400">
              <a:lnSpc>
                <a:spcPct val="100000"/>
              </a:lnSpc>
            </a:pPr>
            <a:r>
              <a:rPr lang="fr-FR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Consumes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82"/>
              </a:spcAf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- Reservation x Consumable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82"/>
              </a:spcAf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- Descriptive attribute: quantity_used (CO9)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82"/>
              </a:spcAf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- many-to-many both sides partial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82"/>
              </a:spcAf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- Acquired only via a reservation (doesn’t mean total participation)(CO10)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</TotalTime>
  <Application>LibreOffice/26.8.0.3$Linux_X86_64 LibreOffice_project/680$Build-3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2026-09-19T16:18:21Z</dcterms:created>
  <dc:creator/>
  <dc:description/>
  <dc:language>en-US</dc:language>
  <cp:lastModifiedBy/>
  <dcterms:modified xsi:type="dcterms:W3CDTF">2026-09-20T17:11:11Z</dcterms:modified>
  <cp:revision>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